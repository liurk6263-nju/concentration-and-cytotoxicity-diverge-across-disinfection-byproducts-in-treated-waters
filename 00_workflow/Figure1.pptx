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030200" cy="109442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B8E3"/>
    <a:srgbClr val="7B2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3" autoAdjust="0"/>
  </p:normalViewPr>
  <p:slideViewPr>
    <p:cSldViewPr snapToGrid="0">
      <p:cViewPr varScale="1">
        <p:scale>
          <a:sx n="69" d="100"/>
          <a:sy n="69" d="100"/>
        </p:scale>
        <p:origin x="14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_outer">
            <a:extLst>
              <a:ext uri="{FF2B5EF4-FFF2-40B4-BE49-F238E27FC236}">
                <a16:creationId xmlns:a16="http://schemas.microsoft.com/office/drawing/2014/main" id="{2A3FD3EE-1CDD-4E7A-8DAB-D72E5C96BC7D}"/>
              </a:ext>
            </a:extLst>
          </p:cNvPr>
          <p:cNvSpPr>
            <a:spLocks noGrp="1"/>
          </p:cNvSpPr>
          <p:nvPr/>
        </p:nvSpPr>
        <p:spPr>
          <a:xfrm>
            <a:off x="120459" y="213523"/>
            <a:ext cx="12801600" cy="10620375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ame_vertical">
            <a:extLst>
              <a:ext uri="{FF2B5EF4-FFF2-40B4-BE49-F238E27FC236}">
                <a16:creationId xmlns:a16="http://schemas.microsoft.com/office/drawing/2014/main" id="{CC3E0137-D759-4D0B-80C6-2FED5064D64E}"/>
              </a:ext>
            </a:extLst>
          </p:cNvPr>
          <p:cNvSpPr>
            <a:spLocks noGrp="1"/>
          </p:cNvSpPr>
          <p:nvPr/>
        </p:nvSpPr>
        <p:spPr>
          <a:xfrm>
            <a:off x="6505575" y="213524"/>
            <a:ext cx="0" cy="10620375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ame_horizontal">
            <a:extLst>
              <a:ext uri="{FF2B5EF4-FFF2-40B4-BE49-F238E27FC236}">
                <a16:creationId xmlns:a16="http://schemas.microsoft.com/office/drawing/2014/main" id="{9829A7F9-1F5E-46F7-AACD-D870208555B8}"/>
              </a:ext>
            </a:extLst>
          </p:cNvPr>
          <p:cNvSpPr>
            <a:spLocks noGrp="1"/>
          </p:cNvSpPr>
          <p:nvPr/>
        </p:nvSpPr>
        <p:spPr>
          <a:xfrm>
            <a:off x="114300" y="5394324"/>
            <a:ext cx="12801600" cy="0"/>
          </a:xfrm>
          <a:prstGeom prst="line">
            <a:avLst/>
          </a:prstGeom>
          <a:noFill/>
          <a:ln w="25400">
            <a:solidFill>
              <a:srgbClr val="111111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ame_header_top">
            <a:extLst>
              <a:ext uri="{FF2B5EF4-FFF2-40B4-BE49-F238E27FC236}">
                <a16:creationId xmlns:a16="http://schemas.microsoft.com/office/drawing/2014/main" id="{3B2588C1-26F0-48BC-8176-F2509754200B}"/>
              </a:ext>
            </a:extLst>
          </p:cNvPr>
          <p:cNvSpPr>
            <a:spLocks noGrp="1"/>
          </p:cNvSpPr>
          <p:nvPr/>
        </p:nvSpPr>
        <p:spPr>
          <a:xfrm>
            <a:off x="114300" y="717549"/>
            <a:ext cx="12801600" cy="0"/>
          </a:xfrm>
          <a:prstGeom prst="line">
            <a:avLst/>
          </a:prstGeom>
          <a:noFill/>
          <a:ln w="22860">
            <a:solidFill>
              <a:srgbClr val="111111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ame_header_bottom">
            <a:extLst>
              <a:ext uri="{FF2B5EF4-FFF2-40B4-BE49-F238E27FC236}">
                <a16:creationId xmlns:a16="http://schemas.microsoft.com/office/drawing/2014/main" id="{CEA6876C-A860-459E-BEB7-31041B2A7B18}"/>
              </a:ext>
            </a:extLst>
          </p:cNvPr>
          <p:cNvSpPr>
            <a:spLocks noGrp="1"/>
          </p:cNvSpPr>
          <p:nvPr/>
        </p:nvSpPr>
        <p:spPr>
          <a:xfrm>
            <a:off x="114300" y="5918199"/>
            <a:ext cx="12801600" cy="0"/>
          </a:xfrm>
          <a:prstGeom prst="line">
            <a:avLst/>
          </a:prstGeom>
          <a:noFill/>
          <a:ln w="22860">
            <a:solidFill>
              <a:srgbClr val="111111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b_relation_frame">
            <a:extLst>
              <a:ext uri="{FF2B5EF4-FFF2-40B4-BE49-F238E27FC236}">
                <a16:creationId xmlns:a16="http://schemas.microsoft.com/office/drawing/2014/main" id="{FC89DBD2-6C78-4F84-8FD2-66630E1C5D91}"/>
              </a:ext>
            </a:extLst>
          </p:cNvPr>
          <p:cNvSpPr>
            <a:spLocks noGrp="1"/>
          </p:cNvSpPr>
          <p:nvPr/>
        </p:nvSpPr>
        <p:spPr>
          <a:xfrm>
            <a:off x="7000875" y="1222374"/>
            <a:ext cx="5448300" cy="1762125"/>
          </a:xfrm>
          <a:prstGeom prst="rect">
            <a:avLst/>
          </a:prstGeom>
          <a:solidFill>
            <a:srgbClr val="FFFFFF"/>
          </a:solidFill>
          <a:ln w="15240">
            <a:solidFill>
              <a:srgbClr val="9DD9F4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b_models_frame">
            <a:extLst>
              <a:ext uri="{FF2B5EF4-FFF2-40B4-BE49-F238E27FC236}">
                <a16:creationId xmlns:a16="http://schemas.microsoft.com/office/drawing/2014/main" id="{0541D233-CEDA-4732-9C2F-9220EF33C050}"/>
              </a:ext>
            </a:extLst>
          </p:cNvPr>
          <p:cNvSpPr>
            <a:spLocks noGrp="1"/>
          </p:cNvSpPr>
          <p:nvPr/>
        </p:nvSpPr>
        <p:spPr>
          <a:xfrm>
            <a:off x="6791325" y="4641849"/>
            <a:ext cx="2800350" cy="495300"/>
          </a:xfrm>
          <a:prstGeom prst="rect">
            <a:avLst/>
          </a:prstGeom>
          <a:solidFill>
            <a:srgbClr val="FFFFFF"/>
          </a:solidFill>
          <a:ln w="15240">
            <a:solidFill>
              <a:srgbClr val="A5DDF4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b_cho_time">
            <a:extLst>
              <a:ext uri="{FF2B5EF4-FFF2-40B4-BE49-F238E27FC236}">
                <a16:creationId xmlns:a16="http://schemas.microsoft.com/office/drawing/2014/main" id="{9211EA3C-105E-432E-8CCE-873F57D51592}"/>
              </a:ext>
            </a:extLst>
          </p:cNvPr>
          <p:cNvSpPr>
            <a:spLocks noGrp="1"/>
          </p:cNvSpPr>
          <p:nvPr/>
        </p:nvSpPr>
        <p:spPr>
          <a:xfrm>
            <a:off x="7419975" y="2517774"/>
            <a:ext cx="981075" cy="371475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778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b_nci_time">
            <a:extLst>
              <a:ext uri="{FF2B5EF4-FFF2-40B4-BE49-F238E27FC236}">
                <a16:creationId xmlns:a16="http://schemas.microsoft.com/office/drawing/2014/main" id="{7FD6E12E-281C-4884-B4DE-A31ECB6C7577}"/>
              </a:ext>
            </a:extLst>
          </p:cNvPr>
          <p:cNvSpPr>
            <a:spLocks noGrp="1"/>
          </p:cNvSpPr>
          <p:nvPr/>
        </p:nvSpPr>
        <p:spPr>
          <a:xfrm>
            <a:off x="11049000" y="2517774"/>
            <a:ext cx="981075" cy="371475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778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b_model_0">
            <a:extLst>
              <a:ext uri="{FF2B5EF4-FFF2-40B4-BE49-F238E27FC236}">
                <a16:creationId xmlns:a16="http://schemas.microsoft.com/office/drawing/2014/main" id="{AD074FE5-2A72-4F8F-8641-8FF4E6106E92}"/>
              </a:ext>
            </a:extLst>
          </p:cNvPr>
          <p:cNvSpPr>
            <a:spLocks noGrp="1"/>
          </p:cNvSpPr>
          <p:nvPr/>
        </p:nvSpPr>
        <p:spPr>
          <a:xfrm>
            <a:off x="6886575" y="4708524"/>
            <a:ext cx="457200" cy="35242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79CE5"/>
            </a:solidFill>
          </a:ln>
        </p:spPr>
        <p:txBody>
          <a:bodyPr/>
          <a:lstStyle/>
          <a:p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b_model_1">
            <a:extLst>
              <a:ext uri="{FF2B5EF4-FFF2-40B4-BE49-F238E27FC236}">
                <a16:creationId xmlns:a16="http://schemas.microsoft.com/office/drawing/2014/main" id="{849D4870-2859-4054-8910-AF1020FF5B17}"/>
              </a:ext>
            </a:extLst>
          </p:cNvPr>
          <p:cNvSpPr>
            <a:spLocks noGrp="1"/>
          </p:cNvSpPr>
          <p:nvPr/>
        </p:nvSpPr>
        <p:spPr>
          <a:xfrm>
            <a:off x="7419975" y="4708524"/>
            <a:ext cx="457200" cy="35242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_model_2">
            <a:extLst>
              <a:ext uri="{FF2B5EF4-FFF2-40B4-BE49-F238E27FC236}">
                <a16:creationId xmlns:a16="http://schemas.microsoft.com/office/drawing/2014/main" id="{566163BC-4681-4C19-9E47-E3DF8CB328B7}"/>
              </a:ext>
            </a:extLst>
          </p:cNvPr>
          <p:cNvSpPr>
            <a:spLocks noGrp="1"/>
          </p:cNvSpPr>
          <p:nvPr/>
        </p:nvSpPr>
        <p:spPr>
          <a:xfrm>
            <a:off x="7953375" y="4708524"/>
            <a:ext cx="457200" cy="35242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b_model_3">
            <a:extLst>
              <a:ext uri="{FF2B5EF4-FFF2-40B4-BE49-F238E27FC236}">
                <a16:creationId xmlns:a16="http://schemas.microsoft.com/office/drawing/2014/main" id="{B5DF49EE-73B1-4A81-85FB-DA601E68E1C1}"/>
              </a:ext>
            </a:extLst>
          </p:cNvPr>
          <p:cNvSpPr>
            <a:spLocks noGrp="1"/>
          </p:cNvSpPr>
          <p:nvPr/>
        </p:nvSpPr>
        <p:spPr>
          <a:xfrm>
            <a:off x="8486774" y="4708524"/>
            <a:ext cx="485775" cy="35242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b_model_4">
            <a:extLst>
              <a:ext uri="{FF2B5EF4-FFF2-40B4-BE49-F238E27FC236}">
                <a16:creationId xmlns:a16="http://schemas.microsoft.com/office/drawing/2014/main" id="{2361E319-D791-4DE6-A1C6-C3131DF09AFF}"/>
              </a:ext>
            </a:extLst>
          </p:cNvPr>
          <p:cNvSpPr>
            <a:spLocks noGrp="1"/>
          </p:cNvSpPr>
          <p:nvPr/>
        </p:nvSpPr>
        <p:spPr>
          <a:xfrm>
            <a:off x="9039224" y="4708524"/>
            <a:ext cx="504826" cy="35242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b_bracket_left">
            <a:extLst>
              <a:ext uri="{FF2B5EF4-FFF2-40B4-BE49-F238E27FC236}">
                <a16:creationId xmlns:a16="http://schemas.microsoft.com/office/drawing/2014/main" id="{5E9E8E82-1C7B-48FF-BE4C-2661EF4CCCBD}"/>
              </a:ext>
            </a:extLst>
          </p:cNvPr>
          <p:cNvSpPr>
            <a:spLocks noGrp="1"/>
          </p:cNvSpPr>
          <p:nvPr/>
        </p:nvSpPr>
        <p:spPr>
          <a:xfrm>
            <a:off x="7887756" y="3622674"/>
            <a:ext cx="0" cy="14287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b_bracket_mid">
            <a:extLst>
              <a:ext uri="{FF2B5EF4-FFF2-40B4-BE49-F238E27FC236}">
                <a16:creationId xmlns:a16="http://schemas.microsoft.com/office/drawing/2014/main" id="{E300A290-5DCE-4B31-A274-48608B0D16A6}"/>
              </a:ext>
            </a:extLst>
          </p:cNvPr>
          <p:cNvSpPr>
            <a:spLocks noGrp="1"/>
          </p:cNvSpPr>
          <p:nvPr/>
        </p:nvSpPr>
        <p:spPr>
          <a:xfrm flipV="1">
            <a:off x="7877175" y="3756025"/>
            <a:ext cx="3695694" cy="9524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b_bracket_right">
            <a:extLst>
              <a:ext uri="{FF2B5EF4-FFF2-40B4-BE49-F238E27FC236}">
                <a16:creationId xmlns:a16="http://schemas.microsoft.com/office/drawing/2014/main" id="{31BC8863-C744-460A-B1E1-4BC5E56F08E5}"/>
              </a:ext>
            </a:extLst>
          </p:cNvPr>
          <p:cNvSpPr>
            <a:spLocks noGrp="1"/>
          </p:cNvSpPr>
          <p:nvPr/>
        </p:nvSpPr>
        <p:spPr>
          <a:xfrm>
            <a:off x="11572875" y="3624261"/>
            <a:ext cx="0" cy="14287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b_feature_to_models_lead">
            <a:extLst>
              <a:ext uri="{FF2B5EF4-FFF2-40B4-BE49-F238E27FC236}">
                <a16:creationId xmlns:a16="http://schemas.microsoft.com/office/drawing/2014/main" id="{3EE469F3-5A23-4216-BCC4-15D629CECC38}"/>
              </a:ext>
            </a:extLst>
          </p:cNvPr>
          <p:cNvSpPr>
            <a:spLocks noGrp="1"/>
          </p:cNvSpPr>
          <p:nvPr/>
        </p:nvSpPr>
        <p:spPr>
          <a:xfrm flipH="1" flipV="1">
            <a:off x="7887756" y="4165598"/>
            <a:ext cx="894294" cy="1"/>
          </a:xfrm>
          <a:prstGeom prst="line">
            <a:avLst/>
          </a:prstGeom>
          <a:noFill/>
          <a:ln w="1905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b_selected_hex">
            <a:extLst>
              <a:ext uri="{FF2B5EF4-FFF2-40B4-BE49-F238E27FC236}">
                <a16:creationId xmlns:a16="http://schemas.microsoft.com/office/drawing/2014/main" id="{4B37D231-81E4-4AE4-B2E2-C7E19045E9A2}"/>
              </a:ext>
            </a:extLst>
          </p:cNvPr>
          <p:cNvSpPr>
            <a:spLocks noGrp="1"/>
          </p:cNvSpPr>
          <p:nvPr/>
        </p:nvSpPr>
        <p:spPr>
          <a:xfrm>
            <a:off x="10287000" y="4625974"/>
            <a:ext cx="628650" cy="5334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b_cho_state_0_base">
            <a:extLst>
              <a:ext uri="{FF2B5EF4-FFF2-40B4-BE49-F238E27FC236}">
                <a16:creationId xmlns:a16="http://schemas.microsoft.com/office/drawing/2014/main" id="{492F9B43-B8CF-4D64-AE0C-B42359B572F1}"/>
              </a:ext>
            </a:extLst>
          </p:cNvPr>
          <p:cNvSpPr>
            <a:spLocks noGrp="1"/>
          </p:cNvSpPr>
          <p:nvPr/>
        </p:nvSpPr>
        <p:spPr>
          <a:xfrm>
            <a:off x="7458075" y="18838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b_cho_state_1_base">
            <a:extLst>
              <a:ext uri="{FF2B5EF4-FFF2-40B4-BE49-F238E27FC236}">
                <a16:creationId xmlns:a16="http://schemas.microsoft.com/office/drawing/2014/main" id="{012A0BF5-5A63-4A67-BBA4-E506995C1BF4}"/>
              </a:ext>
            </a:extLst>
          </p:cNvPr>
          <p:cNvSpPr>
            <a:spLocks noGrp="1"/>
          </p:cNvSpPr>
          <p:nvPr/>
        </p:nvSpPr>
        <p:spPr>
          <a:xfrm>
            <a:off x="7458075" y="20362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b_cho_state_2_base">
            <a:extLst>
              <a:ext uri="{FF2B5EF4-FFF2-40B4-BE49-F238E27FC236}">
                <a16:creationId xmlns:a16="http://schemas.microsoft.com/office/drawing/2014/main" id="{5DB395C9-DA86-4ACC-8520-426BC43467B9}"/>
              </a:ext>
            </a:extLst>
          </p:cNvPr>
          <p:cNvSpPr>
            <a:spLocks noGrp="1"/>
          </p:cNvSpPr>
          <p:nvPr/>
        </p:nvSpPr>
        <p:spPr>
          <a:xfrm>
            <a:off x="7458075" y="21886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b_cho_state_3_base">
            <a:extLst>
              <a:ext uri="{FF2B5EF4-FFF2-40B4-BE49-F238E27FC236}">
                <a16:creationId xmlns:a16="http://schemas.microsoft.com/office/drawing/2014/main" id="{1B084252-A844-457D-92EC-30428E8E0B03}"/>
              </a:ext>
            </a:extLst>
          </p:cNvPr>
          <p:cNvSpPr>
            <a:spLocks noGrp="1"/>
          </p:cNvSpPr>
          <p:nvPr/>
        </p:nvSpPr>
        <p:spPr>
          <a:xfrm>
            <a:off x="7458075" y="23410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b_nci_state_0_base">
            <a:extLst>
              <a:ext uri="{FF2B5EF4-FFF2-40B4-BE49-F238E27FC236}">
                <a16:creationId xmlns:a16="http://schemas.microsoft.com/office/drawing/2014/main" id="{4D4494D9-4151-44A5-887D-437BCB50FFA7}"/>
              </a:ext>
            </a:extLst>
          </p:cNvPr>
          <p:cNvSpPr>
            <a:spLocks noGrp="1"/>
          </p:cNvSpPr>
          <p:nvPr/>
        </p:nvSpPr>
        <p:spPr>
          <a:xfrm>
            <a:off x="11096625" y="18838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b_nci_state_1_base">
            <a:extLst>
              <a:ext uri="{FF2B5EF4-FFF2-40B4-BE49-F238E27FC236}">
                <a16:creationId xmlns:a16="http://schemas.microsoft.com/office/drawing/2014/main" id="{B6AAF1C3-EC38-4405-A077-752B9E9C8498}"/>
              </a:ext>
            </a:extLst>
          </p:cNvPr>
          <p:cNvSpPr>
            <a:spLocks noGrp="1"/>
          </p:cNvSpPr>
          <p:nvPr/>
        </p:nvSpPr>
        <p:spPr>
          <a:xfrm>
            <a:off x="11096625" y="20362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b_nci_state_2_base">
            <a:extLst>
              <a:ext uri="{FF2B5EF4-FFF2-40B4-BE49-F238E27FC236}">
                <a16:creationId xmlns:a16="http://schemas.microsoft.com/office/drawing/2014/main" id="{DC56547A-EA17-457B-9AF1-D12F73BD74CF}"/>
              </a:ext>
            </a:extLst>
          </p:cNvPr>
          <p:cNvSpPr>
            <a:spLocks noGrp="1"/>
          </p:cNvSpPr>
          <p:nvPr/>
        </p:nvSpPr>
        <p:spPr>
          <a:xfrm>
            <a:off x="11096625" y="21886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b_nci_state_3_base">
            <a:extLst>
              <a:ext uri="{FF2B5EF4-FFF2-40B4-BE49-F238E27FC236}">
                <a16:creationId xmlns:a16="http://schemas.microsoft.com/office/drawing/2014/main" id="{58DFD175-236B-4D44-8E26-543AC6447B44}"/>
              </a:ext>
            </a:extLst>
          </p:cNvPr>
          <p:cNvSpPr>
            <a:spLocks noGrp="1"/>
          </p:cNvSpPr>
          <p:nvPr/>
        </p:nvSpPr>
        <p:spPr>
          <a:xfrm>
            <a:off x="11096625" y="2341031"/>
            <a:ext cx="876300" cy="104775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b_eng_blue_0_base">
            <a:extLst>
              <a:ext uri="{FF2B5EF4-FFF2-40B4-BE49-F238E27FC236}">
                <a16:creationId xmlns:a16="http://schemas.microsoft.com/office/drawing/2014/main" id="{D7DA438F-12B2-4DF8-9729-BE7CDA1A3E39}"/>
              </a:ext>
            </a:extLst>
          </p:cNvPr>
          <p:cNvSpPr>
            <a:spLocks noGrp="1"/>
          </p:cNvSpPr>
          <p:nvPr/>
        </p:nvSpPr>
        <p:spPr>
          <a:xfrm>
            <a:off x="8801100" y="3936999"/>
            <a:ext cx="723900" cy="95250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b_eng_blue_1_base">
            <a:extLst>
              <a:ext uri="{FF2B5EF4-FFF2-40B4-BE49-F238E27FC236}">
                <a16:creationId xmlns:a16="http://schemas.microsoft.com/office/drawing/2014/main" id="{96F1D555-65CA-4E54-A08D-FEBE673730D9}"/>
              </a:ext>
            </a:extLst>
          </p:cNvPr>
          <p:cNvSpPr>
            <a:spLocks noGrp="1"/>
          </p:cNvSpPr>
          <p:nvPr/>
        </p:nvSpPr>
        <p:spPr>
          <a:xfrm>
            <a:off x="8801100" y="4079874"/>
            <a:ext cx="723900" cy="95250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b_eng_blue_2_base">
            <a:extLst>
              <a:ext uri="{FF2B5EF4-FFF2-40B4-BE49-F238E27FC236}">
                <a16:creationId xmlns:a16="http://schemas.microsoft.com/office/drawing/2014/main" id="{97B351CF-AD11-493E-A2A7-0726983A6344}"/>
              </a:ext>
            </a:extLst>
          </p:cNvPr>
          <p:cNvSpPr>
            <a:spLocks noGrp="1"/>
          </p:cNvSpPr>
          <p:nvPr/>
        </p:nvSpPr>
        <p:spPr>
          <a:xfrm>
            <a:off x="8801100" y="4222749"/>
            <a:ext cx="723900" cy="95250"/>
          </a:xfrm>
          <a:prstGeom prst="roundRect">
            <a:avLst>
              <a:gd name="adj" fmla="val 50000"/>
            </a:avLst>
          </a:prstGeom>
          <a:solidFill>
            <a:srgbClr val="C8EBF5"/>
          </a:solidFill>
          <a:ln w="3810">
            <a:solidFill>
              <a:srgbClr val="C8EBF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b_eng_purple_0_base">
            <a:extLst>
              <a:ext uri="{FF2B5EF4-FFF2-40B4-BE49-F238E27FC236}">
                <a16:creationId xmlns:a16="http://schemas.microsoft.com/office/drawing/2014/main" id="{473CD739-53A4-47EF-87C1-5BF9D04D3C93}"/>
              </a:ext>
            </a:extLst>
          </p:cNvPr>
          <p:cNvSpPr>
            <a:spLocks noGrp="1"/>
          </p:cNvSpPr>
          <p:nvPr/>
        </p:nvSpPr>
        <p:spPr>
          <a:xfrm>
            <a:off x="9772650" y="3936999"/>
            <a:ext cx="723900" cy="95250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b_eng_purple_1_base">
            <a:extLst>
              <a:ext uri="{FF2B5EF4-FFF2-40B4-BE49-F238E27FC236}">
                <a16:creationId xmlns:a16="http://schemas.microsoft.com/office/drawing/2014/main" id="{829FE6AC-63F1-43ED-A782-A3E8B315B25E}"/>
              </a:ext>
            </a:extLst>
          </p:cNvPr>
          <p:cNvSpPr>
            <a:spLocks noGrp="1"/>
          </p:cNvSpPr>
          <p:nvPr/>
        </p:nvSpPr>
        <p:spPr>
          <a:xfrm>
            <a:off x="9772650" y="4079874"/>
            <a:ext cx="723900" cy="95250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b_eng_purple_2_base">
            <a:extLst>
              <a:ext uri="{FF2B5EF4-FFF2-40B4-BE49-F238E27FC236}">
                <a16:creationId xmlns:a16="http://schemas.microsoft.com/office/drawing/2014/main" id="{BAF6B1DE-1603-421A-AE6E-FE4061CB1598}"/>
              </a:ext>
            </a:extLst>
          </p:cNvPr>
          <p:cNvSpPr>
            <a:spLocks noGrp="1"/>
          </p:cNvSpPr>
          <p:nvPr/>
        </p:nvSpPr>
        <p:spPr>
          <a:xfrm>
            <a:off x="9772650" y="4222749"/>
            <a:ext cx="723900" cy="95250"/>
          </a:xfrm>
          <a:prstGeom prst="roundRect">
            <a:avLst>
              <a:gd name="adj" fmla="val 50000"/>
            </a:avLst>
          </a:prstGeom>
          <a:solidFill>
            <a:srgbClr val="E2D2F3"/>
          </a:solidFill>
          <a:ln w="3810">
            <a:solidFill>
              <a:srgbClr val="E2D2F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b_cho_feature_0">
            <a:extLst>
              <a:ext uri="{FF2B5EF4-FFF2-40B4-BE49-F238E27FC236}">
                <a16:creationId xmlns:a16="http://schemas.microsoft.com/office/drawing/2014/main" id="{D98DBF5A-FD20-43F0-ACD8-CC6844E01932}"/>
              </a:ext>
            </a:extLst>
          </p:cNvPr>
          <p:cNvSpPr>
            <a:spLocks noGrp="1"/>
          </p:cNvSpPr>
          <p:nvPr/>
        </p:nvSpPr>
        <p:spPr>
          <a:xfrm>
            <a:off x="7400925" y="3432174"/>
            <a:ext cx="276225" cy="123825"/>
          </a:xfrm>
          <a:prstGeom prst="rect">
            <a:avLst/>
          </a:prstGeom>
          <a:solidFill>
            <a:srgbClr val="008FBF"/>
          </a:solidFill>
          <a:ln w="10160">
            <a:solidFill>
              <a:srgbClr val="008FBF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b_cho_feature_1">
            <a:extLst>
              <a:ext uri="{FF2B5EF4-FFF2-40B4-BE49-F238E27FC236}">
                <a16:creationId xmlns:a16="http://schemas.microsoft.com/office/drawing/2014/main" id="{4708CE55-0008-4B1B-BD43-E3236B0B4DF2}"/>
              </a:ext>
            </a:extLst>
          </p:cNvPr>
          <p:cNvSpPr>
            <a:spLocks noGrp="1"/>
          </p:cNvSpPr>
          <p:nvPr/>
        </p:nvSpPr>
        <p:spPr>
          <a:xfrm>
            <a:off x="7743825" y="3432174"/>
            <a:ext cx="276225" cy="123825"/>
          </a:xfrm>
          <a:prstGeom prst="rect">
            <a:avLst/>
          </a:prstGeom>
          <a:solidFill>
            <a:srgbClr val="50B6D8"/>
          </a:solidFill>
          <a:ln w="10160">
            <a:solidFill>
              <a:srgbClr val="50B6D8"/>
            </a:solidFill>
          </a:ln>
        </p:spPr>
        <p:txBody>
          <a:bodyPr/>
          <a:lstStyle/>
          <a:p>
            <a:endParaRPr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b_cho_feature_2">
            <a:extLst>
              <a:ext uri="{FF2B5EF4-FFF2-40B4-BE49-F238E27FC236}">
                <a16:creationId xmlns:a16="http://schemas.microsoft.com/office/drawing/2014/main" id="{65C7FE84-852A-4C1A-AB65-3875E41074AA}"/>
              </a:ext>
            </a:extLst>
          </p:cNvPr>
          <p:cNvSpPr>
            <a:spLocks noGrp="1"/>
          </p:cNvSpPr>
          <p:nvPr/>
        </p:nvSpPr>
        <p:spPr>
          <a:xfrm>
            <a:off x="8086725" y="3432174"/>
            <a:ext cx="276225" cy="123825"/>
          </a:xfrm>
          <a:prstGeom prst="rect">
            <a:avLst/>
          </a:prstGeom>
          <a:solidFill>
            <a:srgbClr val="A2DCEA"/>
          </a:solidFill>
          <a:ln w="10160">
            <a:solidFill>
              <a:srgbClr val="A2DCEA"/>
            </a:solidFill>
          </a:ln>
        </p:spPr>
        <p:txBody>
          <a:bodyPr/>
          <a:lstStyle/>
          <a:p>
            <a:endParaRPr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b_nci_feature_0">
            <a:extLst>
              <a:ext uri="{FF2B5EF4-FFF2-40B4-BE49-F238E27FC236}">
                <a16:creationId xmlns:a16="http://schemas.microsoft.com/office/drawing/2014/main" id="{14F774BB-294F-4DDB-8A19-50C741E0EC62}"/>
              </a:ext>
            </a:extLst>
          </p:cNvPr>
          <p:cNvSpPr>
            <a:spLocks noGrp="1"/>
          </p:cNvSpPr>
          <p:nvPr/>
        </p:nvSpPr>
        <p:spPr>
          <a:xfrm>
            <a:off x="11087100" y="3432174"/>
            <a:ext cx="276225" cy="123825"/>
          </a:xfrm>
          <a:prstGeom prst="rect">
            <a:avLst/>
          </a:prstGeom>
          <a:solidFill>
            <a:srgbClr val="7412D8"/>
          </a:solidFill>
          <a:ln w="10160">
            <a:solidFill>
              <a:srgbClr val="7412D8"/>
            </a:solidFill>
          </a:ln>
        </p:spPr>
        <p:txBody>
          <a:bodyPr/>
          <a:lstStyle/>
          <a:p>
            <a:endParaRPr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b_nci_feature_1">
            <a:extLst>
              <a:ext uri="{FF2B5EF4-FFF2-40B4-BE49-F238E27FC236}">
                <a16:creationId xmlns:a16="http://schemas.microsoft.com/office/drawing/2014/main" id="{44D176E9-5CB7-4D7B-A673-AC85290CFA04}"/>
              </a:ext>
            </a:extLst>
          </p:cNvPr>
          <p:cNvSpPr>
            <a:spLocks noGrp="1"/>
          </p:cNvSpPr>
          <p:nvPr/>
        </p:nvSpPr>
        <p:spPr>
          <a:xfrm>
            <a:off x="11430000" y="3432174"/>
            <a:ext cx="276225" cy="123825"/>
          </a:xfrm>
          <a:prstGeom prst="rect">
            <a:avLst/>
          </a:prstGeom>
          <a:solidFill>
            <a:srgbClr val="A86BE1"/>
          </a:solidFill>
          <a:ln w="10160">
            <a:solidFill>
              <a:srgbClr val="A86BE1"/>
            </a:solidFill>
          </a:ln>
        </p:spPr>
        <p:txBody>
          <a:bodyPr/>
          <a:lstStyle/>
          <a:p>
            <a:endParaRPr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b_nci_feature_2">
            <a:extLst>
              <a:ext uri="{FF2B5EF4-FFF2-40B4-BE49-F238E27FC236}">
                <a16:creationId xmlns:a16="http://schemas.microsoft.com/office/drawing/2014/main" id="{8E7A35F2-0358-46B7-94D0-00EF9329BCA6}"/>
              </a:ext>
            </a:extLst>
          </p:cNvPr>
          <p:cNvSpPr>
            <a:spLocks noGrp="1"/>
          </p:cNvSpPr>
          <p:nvPr/>
        </p:nvSpPr>
        <p:spPr>
          <a:xfrm>
            <a:off x="11772900" y="3432174"/>
            <a:ext cx="276225" cy="123825"/>
          </a:xfrm>
          <a:prstGeom prst="rect">
            <a:avLst/>
          </a:prstGeom>
          <a:solidFill>
            <a:srgbClr val="D0B4F0"/>
          </a:solidFill>
          <a:ln w="10160">
            <a:solidFill>
              <a:srgbClr val="D0B4F0"/>
            </a:solidFill>
          </a:ln>
        </p:spPr>
        <p:txBody>
          <a:bodyPr/>
          <a:lstStyle/>
          <a:p>
            <a:endParaRPr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b_cho_state_0_active">
            <a:extLst>
              <a:ext uri="{FF2B5EF4-FFF2-40B4-BE49-F238E27FC236}">
                <a16:creationId xmlns:a16="http://schemas.microsoft.com/office/drawing/2014/main" id="{3DB3D353-6E9C-4631-8EE1-C111948366A4}"/>
              </a:ext>
            </a:extLst>
          </p:cNvPr>
          <p:cNvSpPr>
            <a:spLocks noGrp="1"/>
          </p:cNvSpPr>
          <p:nvPr/>
        </p:nvSpPr>
        <p:spPr>
          <a:xfrm>
            <a:off x="7458075" y="1883831"/>
            <a:ext cx="590550" cy="104775"/>
          </a:xfrm>
          <a:prstGeom prst="roundRect">
            <a:avLst>
              <a:gd name="adj" fmla="val 50000"/>
            </a:avLst>
          </a:prstGeom>
          <a:solidFill>
            <a:srgbClr val="078FBE"/>
          </a:solidFill>
          <a:ln w="3810">
            <a:solidFill>
              <a:srgbClr val="078FBE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b_cho_state_1_active">
            <a:extLst>
              <a:ext uri="{FF2B5EF4-FFF2-40B4-BE49-F238E27FC236}">
                <a16:creationId xmlns:a16="http://schemas.microsoft.com/office/drawing/2014/main" id="{57538A9D-B884-427D-B115-515247968CDA}"/>
              </a:ext>
            </a:extLst>
          </p:cNvPr>
          <p:cNvSpPr>
            <a:spLocks noGrp="1"/>
          </p:cNvSpPr>
          <p:nvPr/>
        </p:nvSpPr>
        <p:spPr>
          <a:xfrm>
            <a:off x="7458075" y="2036231"/>
            <a:ext cx="485775" cy="104775"/>
          </a:xfrm>
          <a:prstGeom prst="roundRect">
            <a:avLst>
              <a:gd name="adj" fmla="val 50000"/>
            </a:avLst>
          </a:prstGeom>
          <a:solidFill>
            <a:srgbClr val="18A2CE"/>
          </a:solidFill>
          <a:ln w="3810">
            <a:solidFill>
              <a:srgbClr val="18A2CE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b_cho_state_2_active">
            <a:extLst>
              <a:ext uri="{FF2B5EF4-FFF2-40B4-BE49-F238E27FC236}">
                <a16:creationId xmlns:a16="http://schemas.microsoft.com/office/drawing/2014/main" id="{10766C9B-5C80-4E9E-AB9F-A0E6CB323263}"/>
              </a:ext>
            </a:extLst>
          </p:cNvPr>
          <p:cNvSpPr>
            <a:spLocks noGrp="1"/>
          </p:cNvSpPr>
          <p:nvPr/>
        </p:nvSpPr>
        <p:spPr>
          <a:xfrm>
            <a:off x="7458075" y="2188631"/>
            <a:ext cx="381000" cy="104775"/>
          </a:xfrm>
          <a:prstGeom prst="roundRect">
            <a:avLst>
              <a:gd name="adj" fmla="val 50000"/>
            </a:avLst>
          </a:prstGeom>
          <a:solidFill>
            <a:srgbClr val="3EB3D8"/>
          </a:solidFill>
          <a:ln w="3810">
            <a:solidFill>
              <a:srgbClr val="3EB3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b_cho_state_3_active">
            <a:extLst>
              <a:ext uri="{FF2B5EF4-FFF2-40B4-BE49-F238E27FC236}">
                <a16:creationId xmlns:a16="http://schemas.microsoft.com/office/drawing/2014/main" id="{79B670FA-0699-4B23-81BB-C120FB81A452}"/>
              </a:ext>
            </a:extLst>
          </p:cNvPr>
          <p:cNvSpPr>
            <a:spLocks noGrp="1"/>
          </p:cNvSpPr>
          <p:nvPr/>
        </p:nvSpPr>
        <p:spPr>
          <a:xfrm>
            <a:off x="7458075" y="2341031"/>
            <a:ext cx="285750" cy="104775"/>
          </a:xfrm>
          <a:prstGeom prst="roundRect">
            <a:avLst>
              <a:gd name="adj" fmla="val 50000"/>
            </a:avLst>
          </a:prstGeom>
          <a:solidFill>
            <a:srgbClr val="66C5E3"/>
          </a:solidFill>
          <a:ln w="3810">
            <a:solidFill>
              <a:srgbClr val="66C5E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b_nci_state_0_active">
            <a:extLst>
              <a:ext uri="{FF2B5EF4-FFF2-40B4-BE49-F238E27FC236}">
                <a16:creationId xmlns:a16="http://schemas.microsoft.com/office/drawing/2014/main" id="{890CDC03-F7D1-440A-B70D-6D52953CB957}"/>
              </a:ext>
            </a:extLst>
          </p:cNvPr>
          <p:cNvSpPr>
            <a:spLocks noGrp="1"/>
          </p:cNvSpPr>
          <p:nvPr/>
        </p:nvSpPr>
        <p:spPr>
          <a:xfrm>
            <a:off x="11096625" y="1883831"/>
            <a:ext cx="590550" cy="104775"/>
          </a:xfrm>
          <a:prstGeom prst="roundRect">
            <a:avLst>
              <a:gd name="adj" fmla="val 50000"/>
            </a:avLst>
          </a:prstGeom>
          <a:solidFill>
            <a:srgbClr val="7B13C9"/>
          </a:solidFill>
          <a:ln w="3810">
            <a:solidFill>
              <a:srgbClr val="7B13C9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b_nci_state_1_active">
            <a:extLst>
              <a:ext uri="{FF2B5EF4-FFF2-40B4-BE49-F238E27FC236}">
                <a16:creationId xmlns:a16="http://schemas.microsoft.com/office/drawing/2014/main" id="{D7A89FEE-3B68-468A-8A86-F2E5F93EC346}"/>
              </a:ext>
            </a:extLst>
          </p:cNvPr>
          <p:cNvSpPr>
            <a:spLocks noGrp="1"/>
          </p:cNvSpPr>
          <p:nvPr/>
        </p:nvSpPr>
        <p:spPr>
          <a:xfrm>
            <a:off x="11096625" y="2036231"/>
            <a:ext cx="485775" cy="104775"/>
          </a:xfrm>
          <a:prstGeom prst="roundRect">
            <a:avLst>
              <a:gd name="adj" fmla="val 50000"/>
            </a:avLst>
          </a:prstGeom>
          <a:solidFill>
            <a:srgbClr val="9142D3"/>
          </a:solidFill>
          <a:ln w="3810">
            <a:solidFill>
              <a:srgbClr val="9142D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b_nci_state_2_active">
            <a:extLst>
              <a:ext uri="{FF2B5EF4-FFF2-40B4-BE49-F238E27FC236}">
                <a16:creationId xmlns:a16="http://schemas.microsoft.com/office/drawing/2014/main" id="{522B41AC-52C4-408F-85E4-3662A2691D30}"/>
              </a:ext>
            </a:extLst>
          </p:cNvPr>
          <p:cNvSpPr>
            <a:spLocks noGrp="1"/>
          </p:cNvSpPr>
          <p:nvPr/>
        </p:nvSpPr>
        <p:spPr>
          <a:xfrm>
            <a:off x="11096625" y="2188631"/>
            <a:ext cx="381000" cy="104775"/>
          </a:xfrm>
          <a:prstGeom prst="roundRect">
            <a:avLst>
              <a:gd name="adj" fmla="val 50000"/>
            </a:avLst>
          </a:prstGeom>
          <a:solidFill>
            <a:srgbClr val="A96BDD"/>
          </a:solidFill>
          <a:ln w="3810">
            <a:solidFill>
              <a:srgbClr val="A96BDD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b_nci_state_3_active">
            <a:extLst>
              <a:ext uri="{FF2B5EF4-FFF2-40B4-BE49-F238E27FC236}">
                <a16:creationId xmlns:a16="http://schemas.microsoft.com/office/drawing/2014/main" id="{F524A62D-4807-46FD-912A-C1DB61077654}"/>
              </a:ext>
            </a:extLst>
          </p:cNvPr>
          <p:cNvSpPr>
            <a:spLocks noGrp="1"/>
          </p:cNvSpPr>
          <p:nvPr/>
        </p:nvSpPr>
        <p:spPr>
          <a:xfrm>
            <a:off x="11096625" y="2341031"/>
            <a:ext cx="285750" cy="104775"/>
          </a:xfrm>
          <a:prstGeom prst="roundRect">
            <a:avLst>
              <a:gd name="adj" fmla="val 50000"/>
            </a:avLst>
          </a:prstGeom>
          <a:solidFill>
            <a:srgbClr val="BC91E5"/>
          </a:solidFill>
          <a:ln w="3810">
            <a:solidFill>
              <a:srgbClr val="BC91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b_eng_blue_0_active">
            <a:extLst>
              <a:ext uri="{FF2B5EF4-FFF2-40B4-BE49-F238E27FC236}">
                <a16:creationId xmlns:a16="http://schemas.microsoft.com/office/drawing/2014/main" id="{D51444E5-FD6B-4BD9-A285-7379F1526F4D}"/>
              </a:ext>
            </a:extLst>
          </p:cNvPr>
          <p:cNvSpPr>
            <a:spLocks noGrp="1"/>
          </p:cNvSpPr>
          <p:nvPr/>
        </p:nvSpPr>
        <p:spPr>
          <a:xfrm>
            <a:off x="8801100" y="3936999"/>
            <a:ext cx="552450" cy="95250"/>
          </a:xfrm>
          <a:prstGeom prst="roundRect">
            <a:avLst>
              <a:gd name="adj" fmla="val 50000"/>
            </a:avLst>
          </a:prstGeom>
          <a:solidFill>
            <a:srgbClr val="078FBE"/>
          </a:solidFill>
          <a:ln w="3810">
            <a:solidFill>
              <a:srgbClr val="078FBE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b_eng_blue_1_active">
            <a:extLst>
              <a:ext uri="{FF2B5EF4-FFF2-40B4-BE49-F238E27FC236}">
                <a16:creationId xmlns:a16="http://schemas.microsoft.com/office/drawing/2014/main" id="{CB4217AA-7BDC-4BD0-8146-807B55A18754}"/>
              </a:ext>
            </a:extLst>
          </p:cNvPr>
          <p:cNvSpPr>
            <a:spLocks noGrp="1"/>
          </p:cNvSpPr>
          <p:nvPr/>
        </p:nvSpPr>
        <p:spPr>
          <a:xfrm>
            <a:off x="8801100" y="4079874"/>
            <a:ext cx="457200" cy="95250"/>
          </a:xfrm>
          <a:prstGeom prst="roundRect">
            <a:avLst>
              <a:gd name="adj" fmla="val 50000"/>
            </a:avLst>
          </a:prstGeom>
          <a:solidFill>
            <a:srgbClr val="18A2CE"/>
          </a:solidFill>
          <a:ln w="3810">
            <a:solidFill>
              <a:srgbClr val="18A2CE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b_eng_blue_2_active">
            <a:extLst>
              <a:ext uri="{FF2B5EF4-FFF2-40B4-BE49-F238E27FC236}">
                <a16:creationId xmlns:a16="http://schemas.microsoft.com/office/drawing/2014/main" id="{E5BA008E-75FF-4896-8EEE-F82A0CFECBD1}"/>
              </a:ext>
            </a:extLst>
          </p:cNvPr>
          <p:cNvSpPr>
            <a:spLocks noGrp="1"/>
          </p:cNvSpPr>
          <p:nvPr/>
        </p:nvSpPr>
        <p:spPr>
          <a:xfrm>
            <a:off x="8801100" y="4222749"/>
            <a:ext cx="371475" cy="95250"/>
          </a:xfrm>
          <a:prstGeom prst="roundRect">
            <a:avLst>
              <a:gd name="adj" fmla="val 50000"/>
            </a:avLst>
          </a:prstGeom>
          <a:solidFill>
            <a:srgbClr val="49B9DC"/>
          </a:solidFill>
          <a:ln w="3810">
            <a:solidFill>
              <a:srgbClr val="49B9DC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b_eng_purple_0_active">
            <a:extLst>
              <a:ext uri="{FF2B5EF4-FFF2-40B4-BE49-F238E27FC236}">
                <a16:creationId xmlns:a16="http://schemas.microsoft.com/office/drawing/2014/main" id="{6EADE93B-D98F-4437-8495-7AA100BB3D20}"/>
              </a:ext>
            </a:extLst>
          </p:cNvPr>
          <p:cNvSpPr>
            <a:spLocks noGrp="1"/>
          </p:cNvSpPr>
          <p:nvPr/>
        </p:nvSpPr>
        <p:spPr>
          <a:xfrm>
            <a:off x="9772650" y="3936999"/>
            <a:ext cx="552450" cy="95250"/>
          </a:xfrm>
          <a:prstGeom prst="roundRect">
            <a:avLst>
              <a:gd name="adj" fmla="val 50000"/>
            </a:avLst>
          </a:prstGeom>
          <a:solidFill>
            <a:srgbClr val="7B13C9"/>
          </a:solidFill>
          <a:ln w="3810">
            <a:solidFill>
              <a:srgbClr val="7B13C9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b_eng_purple_1_active">
            <a:extLst>
              <a:ext uri="{FF2B5EF4-FFF2-40B4-BE49-F238E27FC236}">
                <a16:creationId xmlns:a16="http://schemas.microsoft.com/office/drawing/2014/main" id="{9A796D0C-4B80-4024-A970-9A48BC66BB91}"/>
              </a:ext>
            </a:extLst>
          </p:cNvPr>
          <p:cNvSpPr>
            <a:spLocks noGrp="1"/>
          </p:cNvSpPr>
          <p:nvPr/>
        </p:nvSpPr>
        <p:spPr>
          <a:xfrm>
            <a:off x="9772650" y="4079874"/>
            <a:ext cx="457200" cy="95250"/>
          </a:xfrm>
          <a:prstGeom prst="roundRect">
            <a:avLst>
              <a:gd name="adj" fmla="val 50000"/>
            </a:avLst>
          </a:prstGeom>
          <a:solidFill>
            <a:srgbClr val="9142D3"/>
          </a:solidFill>
          <a:ln w="3810">
            <a:solidFill>
              <a:srgbClr val="9142D3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b_eng_purple_2_active">
            <a:extLst>
              <a:ext uri="{FF2B5EF4-FFF2-40B4-BE49-F238E27FC236}">
                <a16:creationId xmlns:a16="http://schemas.microsoft.com/office/drawing/2014/main" id="{6A904D3C-1A3B-4AA0-B4E8-14BDA0686FB1}"/>
              </a:ext>
            </a:extLst>
          </p:cNvPr>
          <p:cNvSpPr>
            <a:spLocks noGrp="1"/>
          </p:cNvSpPr>
          <p:nvPr/>
        </p:nvSpPr>
        <p:spPr>
          <a:xfrm>
            <a:off x="9772650" y="4222749"/>
            <a:ext cx="371475" cy="95250"/>
          </a:xfrm>
          <a:prstGeom prst="roundRect">
            <a:avLst>
              <a:gd name="adj" fmla="val 50000"/>
            </a:avLst>
          </a:prstGeom>
          <a:solidFill>
            <a:srgbClr val="A96BDD"/>
          </a:solidFill>
          <a:ln w="3810">
            <a:solidFill>
              <a:srgbClr val="A96BDD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b_chem_arrow">
            <a:extLst>
              <a:ext uri="{FF2B5EF4-FFF2-40B4-BE49-F238E27FC236}">
                <a16:creationId xmlns:a16="http://schemas.microsoft.com/office/drawing/2014/main" id="{00A867A1-5B3E-4A1E-A136-9DE82758DA62}"/>
              </a:ext>
            </a:extLst>
          </p:cNvPr>
          <p:cNvSpPr>
            <a:spLocks noGrp="1"/>
          </p:cNvSpPr>
          <p:nvPr/>
        </p:nvSpPr>
        <p:spPr>
          <a:xfrm>
            <a:off x="8553450" y="1593849"/>
            <a:ext cx="2343150" cy="0"/>
          </a:xfrm>
          <a:prstGeom prst="line">
            <a:avLst/>
          </a:prstGeom>
          <a:noFill/>
          <a:ln w="2032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b_state_arrow">
            <a:extLst>
              <a:ext uri="{FF2B5EF4-FFF2-40B4-BE49-F238E27FC236}">
                <a16:creationId xmlns:a16="http://schemas.microsoft.com/office/drawing/2014/main" id="{6A8E8842-88D3-4BA4-99A5-DC7484AB355E}"/>
              </a:ext>
            </a:extLst>
          </p:cNvPr>
          <p:cNvSpPr>
            <a:spLocks noGrp="1"/>
          </p:cNvSpPr>
          <p:nvPr/>
        </p:nvSpPr>
        <p:spPr>
          <a:xfrm>
            <a:off x="8553450" y="2184399"/>
            <a:ext cx="2343150" cy="0"/>
          </a:xfrm>
          <a:prstGeom prst="line">
            <a:avLst/>
          </a:prstGeom>
          <a:noFill/>
          <a:ln w="2032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b_time_arrow">
            <a:extLst>
              <a:ext uri="{FF2B5EF4-FFF2-40B4-BE49-F238E27FC236}">
                <a16:creationId xmlns:a16="http://schemas.microsoft.com/office/drawing/2014/main" id="{F82854F4-5C52-4A4E-B6C2-52447508C844}"/>
              </a:ext>
            </a:extLst>
          </p:cNvPr>
          <p:cNvSpPr>
            <a:spLocks noGrp="1"/>
          </p:cNvSpPr>
          <p:nvPr/>
        </p:nvSpPr>
        <p:spPr>
          <a:xfrm>
            <a:off x="8553450" y="2717799"/>
            <a:ext cx="2343150" cy="0"/>
          </a:xfrm>
          <a:prstGeom prst="line">
            <a:avLst/>
          </a:prstGeom>
          <a:noFill/>
          <a:ln w="20320">
            <a:solidFill>
              <a:srgbClr val="079CE5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b_transfer_left">
            <a:extLst>
              <a:ext uri="{FF2B5EF4-FFF2-40B4-BE49-F238E27FC236}">
                <a16:creationId xmlns:a16="http://schemas.microsoft.com/office/drawing/2014/main" id="{158B884B-C770-49EA-BEB7-89BB979BE028}"/>
              </a:ext>
            </a:extLst>
          </p:cNvPr>
          <p:cNvSpPr>
            <a:spLocks noGrp="1"/>
          </p:cNvSpPr>
          <p:nvPr/>
        </p:nvSpPr>
        <p:spPr>
          <a:xfrm flipH="1">
            <a:off x="8515350" y="3489324"/>
            <a:ext cx="2371725" cy="0"/>
          </a:xfrm>
          <a:prstGeom prst="line">
            <a:avLst/>
          </a:prstGeom>
          <a:noFill/>
          <a:ln w="25400">
            <a:solidFill>
              <a:srgbClr val="7412D8"/>
            </a:solidFill>
          </a:ln>
        </p:spPr>
        <p:txBody>
          <a:bodyPr/>
          <a:lstStyle/>
          <a:p>
            <a:endParaRPr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7" name="b_dcp_cho_ring_1">
            <a:extLst>
              <a:ext uri="{FF2B5EF4-FFF2-40B4-BE49-F238E27FC236}">
                <a16:creationId xmlns:a16="http://schemas.microsoft.com/office/drawing/2014/main" id="{161C241B-0A13-4844-9EFC-ACF199CE2A3F}"/>
              </a:ext>
            </a:extLst>
          </p:cNvPr>
          <p:cNvSpPr>
            <a:spLocks noGrp="1"/>
          </p:cNvSpPr>
          <p:nvPr/>
        </p:nvSpPr>
        <p:spPr>
          <a:xfrm>
            <a:off x="8074025" y="1520824"/>
            <a:ext cx="0" cy="209550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b_dcp_cho_oh_bond">
            <a:extLst>
              <a:ext uri="{FF2B5EF4-FFF2-40B4-BE49-F238E27FC236}">
                <a16:creationId xmlns:a16="http://schemas.microsoft.com/office/drawing/2014/main" id="{E720EB0B-5FA8-4CC1-A060-0DE0461DD6D6}"/>
              </a:ext>
            </a:extLst>
          </p:cNvPr>
          <p:cNvSpPr>
            <a:spLocks noGrp="1"/>
          </p:cNvSpPr>
          <p:nvPr/>
        </p:nvSpPr>
        <p:spPr>
          <a:xfrm flipV="1">
            <a:off x="7893050" y="1349374"/>
            <a:ext cx="0" cy="6667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6" name="b_dcp_cho_ring_0">
            <a:extLst>
              <a:ext uri="{FF2B5EF4-FFF2-40B4-BE49-F238E27FC236}">
                <a16:creationId xmlns:a16="http://schemas.microsoft.com/office/drawing/2014/main" id="{E526580D-0DED-4F36-809B-9EB309E88217}"/>
              </a:ext>
            </a:extLst>
          </p:cNvPr>
          <p:cNvSpPr>
            <a:spLocks noGrp="1"/>
          </p:cNvSpPr>
          <p:nvPr/>
        </p:nvSpPr>
        <p:spPr>
          <a:xfrm>
            <a:off x="7893050" y="1416049"/>
            <a:ext cx="180975" cy="104775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b_dcp_cho_ring_2">
            <a:extLst>
              <a:ext uri="{FF2B5EF4-FFF2-40B4-BE49-F238E27FC236}">
                <a16:creationId xmlns:a16="http://schemas.microsoft.com/office/drawing/2014/main" id="{D86C004C-A8AE-4183-BEBE-58E48481E84B}"/>
              </a:ext>
            </a:extLst>
          </p:cNvPr>
          <p:cNvSpPr>
            <a:spLocks noGrp="1"/>
          </p:cNvSpPr>
          <p:nvPr/>
        </p:nvSpPr>
        <p:spPr>
          <a:xfrm flipH="1">
            <a:off x="7893050" y="1730374"/>
            <a:ext cx="180975" cy="104775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" name="b_dcp_cho_ring_3">
            <a:extLst>
              <a:ext uri="{FF2B5EF4-FFF2-40B4-BE49-F238E27FC236}">
                <a16:creationId xmlns:a16="http://schemas.microsoft.com/office/drawing/2014/main" id="{84A7394C-B65F-4FE5-B14D-0BE8250C5E7B}"/>
              </a:ext>
            </a:extLst>
          </p:cNvPr>
          <p:cNvSpPr>
            <a:spLocks noGrp="1"/>
          </p:cNvSpPr>
          <p:nvPr/>
        </p:nvSpPr>
        <p:spPr>
          <a:xfrm flipH="1" flipV="1">
            <a:off x="7712075" y="1730374"/>
            <a:ext cx="180975" cy="104775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0" name="b_dcp_cho_ring_4">
            <a:extLst>
              <a:ext uri="{FF2B5EF4-FFF2-40B4-BE49-F238E27FC236}">
                <a16:creationId xmlns:a16="http://schemas.microsoft.com/office/drawing/2014/main" id="{6E24A3F9-DDA6-451E-A870-93EC4D1ABF1D}"/>
              </a:ext>
            </a:extLst>
          </p:cNvPr>
          <p:cNvSpPr>
            <a:spLocks noGrp="1"/>
          </p:cNvSpPr>
          <p:nvPr/>
        </p:nvSpPr>
        <p:spPr>
          <a:xfrm flipV="1">
            <a:off x="7712075" y="1520824"/>
            <a:ext cx="0" cy="209550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b_dcp_cho_ring_5">
            <a:extLst>
              <a:ext uri="{FF2B5EF4-FFF2-40B4-BE49-F238E27FC236}">
                <a16:creationId xmlns:a16="http://schemas.microsoft.com/office/drawing/2014/main" id="{88A83089-8A5B-4758-B7E3-4BCCC89C24E2}"/>
              </a:ext>
            </a:extLst>
          </p:cNvPr>
          <p:cNvSpPr>
            <a:spLocks noGrp="1"/>
          </p:cNvSpPr>
          <p:nvPr/>
        </p:nvSpPr>
        <p:spPr>
          <a:xfrm flipV="1">
            <a:off x="7712075" y="1416049"/>
            <a:ext cx="180975" cy="104775"/>
          </a:xfrm>
          <a:prstGeom prst="line">
            <a:avLst/>
          </a:prstGeom>
          <a:noFill/>
          <a:ln w="2032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b_dcp_cho_double_0">
            <a:extLst>
              <a:ext uri="{FF2B5EF4-FFF2-40B4-BE49-F238E27FC236}">
                <a16:creationId xmlns:a16="http://schemas.microsoft.com/office/drawing/2014/main" id="{284A6B5E-3BF8-4EFA-A516-075C81C377CD}"/>
              </a:ext>
            </a:extLst>
          </p:cNvPr>
          <p:cNvSpPr>
            <a:spLocks noGrp="1"/>
          </p:cNvSpPr>
          <p:nvPr/>
        </p:nvSpPr>
        <p:spPr>
          <a:xfrm>
            <a:off x="7921625" y="1482724"/>
            <a:ext cx="104775" cy="66675"/>
          </a:xfrm>
          <a:prstGeom prst="line">
            <a:avLst/>
          </a:prstGeom>
          <a:noFill/>
          <a:ln w="1397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b_dcp_cho_double_1">
            <a:extLst>
              <a:ext uri="{FF2B5EF4-FFF2-40B4-BE49-F238E27FC236}">
                <a16:creationId xmlns:a16="http://schemas.microsoft.com/office/drawing/2014/main" id="{C1876B4E-E652-4764-A308-4313BC42C472}"/>
              </a:ext>
            </a:extLst>
          </p:cNvPr>
          <p:cNvSpPr>
            <a:spLocks noGrp="1"/>
          </p:cNvSpPr>
          <p:nvPr/>
        </p:nvSpPr>
        <p:spPr>
          <a:xfrm flipH="1">
            <a:off x="7921625" y="1701799"/>
            <a:ext cx="104775" cy="66675"/>
          </a:xfrm>
          <a:prstGeom prst="line">
            <a:avLst/>
          </a:prstGeom>
          <a:noFill/>
          <a:ln w="1397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4" name="b_dcp_cho_double_2">
            <a:extLst>
              <a:ext uri="{FF2B5EF4-FFF2-40B4-BE49-F238E27FC236}">
                <a16:creationId xmlns:a16="http://schemas.microsoft.com/office/drawing/2014/main" id="{C23F20F3-5C63-4301-920D-43EAE854ECE7}"/>
              </a:ext>
            </a:extLst>
          </p:cNvPr>
          <p:cNvSpPr>
            <a:spLocks noGrp="1"/>
          </p:cNvSpPr>
          <p:nvPr/>
        </p:nvSpPr>
        <p:spPr>
          <a:xfrm flipV="1">
            <a:off x="7769225" y="1558924"/>
            <a:ext cx="0" cy="133350"/>
          </a:xfrm>
          <a:prstGeom prst="line">
            <a:avLst/>
          </a:prstGeom>
          <a:noFill/>
          <a:ln w="1397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6" name="b_dcp_cho_cl_left_bond">
            <a:extLst>
              <a:ext uri="{FF2B5EF4-FFF2-40B4-BE49-F238E27FC236}">
                <a16:creationId xmlns:a16="http://schemas.microsoft.com/office/drawing/2014/main" id="{2324FC31-ED11-4011-8B7E-DFB0CA9DF373}"/>
              </a:ext>
            </a:extLst>
          </p:cNvPr>
          <p:cNvSpPr>
            <a:spLocks noGrp="1"/>
          </p:cNvSpPr>
          <p:nvPr/>
        </p:nvSpPr>
        <p:spPr>
          <a:xfrm flipH="1" flipV="1">
            <a:off x="7635875" y="1473199"/>
            <a:ext cx="76200" cy="4762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b_dcp_cho_cl_right_bond">
            <a:extLst>
              <a:ext uri="{FF2B5EF4-FFF2-40B4-BE49-F238E27FC236}">
                <a16:creationId xmlns:a16="http://schemas.microsoft.com/office/drawing/2014/main" id="{C214109D-A36E-42B9-A96C-6C64ABE4EB43}"/>
              </a:ext>
            </a:extLst>
          </p:cNvPr>
          <p:cNvSpPr>
            <a:spLocks noGrp="1"/>
          </p:cNvSpPr>
          <p:nvPr/>
        </p:nvSpPr>
        <p:spPr>
          <a:xfrm flipV="1">
            <a:off x="8074025" y="1473199"/>
            <a:ext cx="76200" cy="4762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" name="TextBox 410">
            <a:extLst>
              <a:ext uri="{FF2B5EF4-FFF2-40B4-BE49-F238E27FC236}">
                <a16:creationId xmlns:a16="http://schemas.microsoft.com/office/drawing/2014/main" id="{803C1DA5-B5D4-4AA5-BFBC-087A23C050D4}"/>
              </a:ext>
            </a:extLst>
          </p:cNvPr>
          <p:cNvSpPr>
            <a:spLocks noGrp="1"/>
          </p:cNvSpPr>
          <p:nvPr/>
        </p:nvSpPr>
        <p:spPr>
          <a:xfrm>
            <a:off x="7769225" y="1196974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OH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" name="TextBox 411">
            <a:extLst>
              <a:ext uri="{FF2B5EF4-FFF2-40B4-BE49-F238E27FC236}">
                <a16:creationId xmlns:a16="http://schemas.microsoft.com/office/drawing/2014/main" id="{D6492A2B-8278-463B-B905-7E37D9582625}"/>
              </a:ext>
            </a:extLst>
          </p:cNvPr>
          <p:cNvSpPr>
            <a:spLocks noGrp="1"/>
          </p:cNvSpPr>
          <p:nvPr/>
        </p:nvSpPr>
        <p:spPr>
          <a:xfrm>
            <a:off x="7473950" y="1377949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2" name="TextBox 412">
            <a:extLst>
              <a:ext uri="{FF2B5EF4-FFF2-40B4-BE49-F238E27FC236}">
                <a16:creationId xmlns:a16="http://schemas.microsoft.com/office/drawing/2014/main" id="{96D9A27A-8413-4C4A-994C-0EC9A0165917}"/>
              </a:ext>
            </a:extLst>
          </p:cNvPr>
          <p:cNvSpPr>
            <a:spLocks noGrp="1"/>
          </p:cNvSpPr>
          <p:nvPr/>
        </p:nvSpPr>
        <p:spPr>
          <a:xfrm>
            <a:off x="8121650" y="1377949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" name="b_dcp_nci_ring_0">
            <a:extLst>
              <a:ext uri="{FF2B5EF4-FFF2-40B4-BE49-F238E27FC236}">
                <a16:creationId xmlns:a16="http://schemas.microsoft.com/office/drawing/2014/main" id="{977F4E5A-9D01-4D04-92C2-814ED157CCFE}"/>
              </a:ext>
            </a:extLst>
          </p:cNvPr>
          <p:cNvSpPr>
            <a:spLocks noGrp="1"/>
          </p:cNvSpPr>
          <p:nvPr/>
        </p:nvSpPr>
        <p:spPr>
          <a:xfrm>
            <a:off x="11560175" y="1409699"/>
            <a:ext cx="180975" cy="104775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" name="b_dcp_nci_ring_1">
            <a:extLst>
              <a:ext uri="{FF2B5EF4-FFF2-40B4-BE49-F238E27FC236}">
                <a16:creationId xmlns:a16="http://schemas.microsoft.com/office/drawing/2014/main" id="{478BD639-176D-4907-B0BA-628AC5363829}"/>
              </a:ext>
            </a:extLst>
          </p:cNvPr>
          <p:cNvSpPr>
            <a:spLocks noGrp="1"/>
          </p:cNvSpPr>
          <p:nvPr/>
        </p:nvSpPr>
        <p:spPr>
          <a:xfrm>
            <a:off x="11741150" y="1514474"/>
            <a:ext cx="0" cy="209550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b_dcp_nci_ring_2">
            <a:extLst>
              <a:ext uri="{FF2B5EF4-FFF2-40B4-BE49-F238E27FC236}">
                <a16:creationId xmlns:a16="http://schemas.microsoft.com/office/drawing/2014/main" id="{CEBC6F2A-6D8A-4534-B8B0-9195B0BB6369}"/>
              </a:ext>
            </a:extLst>
          </p:cNvPr>
          <p:cNvSpPr>
            <a:spLocks noGrp="1"/>
          </p:cNvSpPr>
          <p:nvPr/>
        </p:nvSpPr>
        <p:spPr>
          <a:xfrm flipH="1">
            <a:off x="11560175" y="1724024"/>
            <a:ext cx="180975" cy="104775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1" name="b_dcp_nci_ring_3">
            <a:extLst>
              <a:ext uri="{FF2B5EF4-FFF2-40B4-BE49-F238E27FC236}">
                <a16:creationId xmlns:a16="http://schemas.microsoft.com/office/drawing/2014/main" id="{704A9553-325A-45BC-857B-0D5540C44A3F}"/>
              </a:ext>
            </a:extLst>
          </p:cNvPr>
          <p:cNvSpPr>
            <a:spLocks noGrp="1"/>
          </p:cNvSpPr>
          <p:nvPr/>
        </p:nvSpPr>
        <p:spPr>
          <a:xfrm flipH="1" flipV="1">
            <a:off x="11379200" y="1724024"/>
            <a:ext cx="180975" cy="104775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2" name="b_dcp_nci_ring_4">
            <a:extLst>
              <a:ext uri="{FF2B5EF4-FFF2-40B4-BE49-F238E27FC236}">
                <a16:creationId xmlns:a16="http://schemas.microsoft.com/office/drawing/2014/main" id="{57D69B04-344E-4C36-ACBF-F035CC08EBD4}"/>
              </a:ext>
            </a:extLst>
          </p:cNvPr>
          <p:cNvSpPr>
            <a:spLocks noGrp="1"/>
          </p:cNvSpPr>
          <p:nvPr/>
        </p:nvSpPr>
        <p:spPr>
          <a:xfrm flipV="1">
            <a:off x="11379200" y="1514474"/>
            <a:ext cx="0" cy="209550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3" name="b_dcp_nci_ring_5">
            <a:extLst>
              <a:ext uri="{FF2B5EF4-FFF2-40B4-BE49-F238E27FC236}">
                <a16:creationId xmlns:a16="http://schemas.microsoft.com/office/drawing/2014/main" id="{302C193E-59F7-438E-B7FC-4AA2B394B44C}"/>
              </a:ext>
            </a:extLst>
          </p:cNvPr>
          <p:cNvSpPr>
            <a:spLocks noGrp="1"/>
          </p:cNvSpPr>
          <p:nvPr/>
        </p:nvSpPr>
        <p:spPr>
          <a:xfrm flipV="1">
            <a:off x="11379200" y="1409699"/>
            <a:ext cx="180975" cy="104775"/>
          </a:xfrm>
          <a:prstGeom prst="line">
            <a:avLst/>
          </a:prstGeom>
          <a:noFill/>
          <a:ln w="2032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4" name="b_dcp_nci_double_0">
            <a:extLst>
              <a:ext uri="{FF2B5EF4-FFF2-40B4-BE49-F238E27FC236}">
                <a16:creationId xmlns:a16="http://schemas.microsoft.com/office/drawing/2014/main" id="{1CA1D7C9-D23E-4B2F-84E1-86188C7A811F}"/>
              </a:ext>
            </a:extLst>
          </p:cNvPr>
          <p:cNvSpPr>
            <a:spLocks noGrp="1"/>
          </p:cNvSpPr>
          <p:nvPr/>
        </p:nvSpPr>
        <p:spPr>
          <a:xfrm>
            <a:off x="11588750" y="1476374"/>
            <a:ext cx="104775" cy="66675"/>
          </a:xfrm>
          <a:prstGeom prst="line">
            <a:avLst/>
          </a:prstGeom>
          <a:noFill/>
          <a:ln w="1397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5" name="b_dcp_nci_double_1">
            <a:extLst>
              <a:ext uri="{FF2B5EF4-FFF2-40B4-BE49-F238E27FC236}">
                <a16:creationId xmlns:a16="http://schemas.microsoft.com/office/drawing/2014/main" id="{687114ED-2DC7-49EC-9889-EECE8D97AEF2}"/>
              </a:ext>
            </a:extLst>
          </p:cNvPr>
          <p:cNvSpPr>
            <a:spLocks noGrp="1"/>
          </p:cNvSpPr>
          <p:nvPr/>
        </p:nvSpPr>
        <p:spPr>
          <a:xfrm flipH="1">
            <a:off x="11588750" y="1695449"/>
            <a:ext cx="104775" cy="66675"/>
          </a:xfrm>
          <a:prstGeom prst="line">
            <a:avLst/>
          </a:prstGeom>
          <a:noFill/>
          <a:ln w="1397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6" name="b_dcp_nci_double_2">
            <a:extLst>
              <a:ext uri="{FF2B5EF4-FFF2-40B4-BE49-F238E27FC236}">
                <a16:creationId xmlns:a16="http://schemas.microsoft.com/office/drawing/2014/main" id="{915E68CB-F61F-4610-A27D-9DA159E948ED}"/>
              </a:ext>
            </a:extLst>
          </p:cNvPr>
          <p:cNvSpPr>
            <a:spLocks noGrp="1"/>
          </p:cNvSpPr>
          <p:nvPr/>
        </p:nvSpPr>
        <p:spPr>
          <a:xfrm flipV="1">
            <a:off x="11436350" y="1552574"/>
            <a:ext cx="0" cy="133350"/>
          </a:xfrm>
          <a:prstGeom prst="line">
            <a:avLst/>
          </a:prstGeom>
          <a:noFill/>
          <a:ln w="1397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b_dcp_nci_oh_bond">
            <a:extLst>
              <a:ext uri="{FF2B5EF4-FFF2-40B4-BE49-F238E27FC236}">
                <a16:creationId xmlns:a16="http://schemas.microsoft.com/office/drawing/2014/main" id="{3377DA1F-FEC8-4480-A4FD-3E3565372307}"/>
              </a:ext>
            </a:extLst>
          </p:cNvPr>
          <p:cNvSpPr>
            <a:spLocks noGrp="1"/>
          </p:cNvSpPr>
          <p:nvPr/>
        </p:nvSpPr>
        <p:spPr>
          <a:xfrm flipV="1">
            <a:off x="11560175" y="1343024"/>
            <a:ext cx="0" cy="66675"/>
          </a:xfrm>
          <a:prstGeom prst="line">
            <a:avLst/>
          </a:prstGeom>
          <a:noFill/>
          <a:ln w="1778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b_dcp_nci_cl_left_bond">
            <a:extLst>
              <a:ext uri="{FF2B5EF4-FFF2-40B4-BE49-F238E27FC236}">
                <a16:creationId xmlns:a16="http://schemas.microsoft.com/office/drawing/2014/main" id="{33C66310-55FA-4537-80FD-1285010F3200}"/>
              </a:ext>
            </a:extLst>
          </p:cNvPr>
          <p:cNvSpPr>
            <a:spLocks noGrp="1"/>
          </p:cNvSpPr>
          <p:nvPr/>
        </p:nvSpPr>
        <p:spPr>
          <a:xfrm flipH="1" flipV="1">
            <a:off x="11303000" y="1466849"/>
            <a:ext cx="76200" cy="47625"/>
          </a:xfrm>
          <a:prstGeom prst="line">
            <a:avLst/>
          </a:prstGeom>
          <a:noFill/>
          <a:ln w="1778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b_dcp_nci_cl_right_bond">
            <a:extLst>
              <a:ext uri="{FF2B5EF4-FFF2-40B4-BE49-F238E27FC236}">
                <a16:creationId xmlns:a16="http://schemas.microsoft.com/office/drawing/2014/main" id="{F2AF246E-B12E-4D23-9CA4-6A7C7A88D5DE}"/>
              </a:ext>
            </a:extLst>
          </p:cNvPr>
          <p:cNvSpPr>
            <a:spLocks noGrp="1"/>
          </p:cNvSpPr>
          <p:nvPr/>
        </p:nvSpPr>
        <p:spPr>
          <a:xfrm flipV="1">
            <a:off x="11741150" y="1466849"/>
            <a:ext cx="76200" cy="47625"/>
          </a:xfrm>
          <a:prstGeom prst="line">
            <a:avLst/>
          </a:prstGeom>
          <a:noFill/>
          <a:ln w="17780">
            <a:solidFill>
              <a:srgbClr val="7412D8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3" name="TextBox 413">
            <a:extLst>
              <a:ext uri="{FF2B5EF4-FFF2-40B4-BE49-F238E27FC236}">
                <a16:creationId xmlns:a16="http://schemas.microsoft.com/office/drawing/2014/main" id="{E7BA5577-BF37-4641-BABF-1692246CFC64}"/>
              </a:ext>
            </a:extLst>
          </p:cNvPr>
          <p:cNvSpPr>
            <a:spLocks noGrp="1"/>
          </p:cNvSpPr>
          <p:nvPr/>
        </p:nvSpPr>
        <p:spPr>
          <a:xfrm>
            <a:off x="11436350" y="1190624"/>
            <a:ext cx="24765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OH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4" name="TextBox 414">
            <a:extLst>
              <a:ext uri="{FF2B5EF4-FFF2-40B4-BE49-F238E27FC236}">
                <a16:creationId xmlns:a16="http://schemas.microsoft.com/office/drawing/2014/main" id="{9051B435-AC8B-486D-A722-0F862CA014F9}"/>
              </a:ext>
            </a:extLst>
          </p:cNvPr>
          <p:cNvSpPr>
            <a:spLocks noGrp="1"/>
          </p:cNvSpPr>
          <p:nvPr/>
        </p:nvSpPr>
        <p:spPr>
          <a:xfrm>
            <a:off x="11141075" y="1371599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" name="TextBox 415">
            <a:extLst>
              <a:ext uri="{FF2B5EF4-FFF2-40B4-BE49-F238E27FC236}">
                <a16:creationId xmlns:a16="http://schemas.microsoft.com/office/drawing/2014/main" id="{F1DF40D4-5FEF-4990-847D-110A675AEEEC}"/>
              </a:ext>
            </a:extLst>
          </p:cNvPr>
          <p:cNvSpPr>
            <a:spLocks noGrp="1"/>
          </p:cNvSpPr>
          <p:nvPr/>
        </p:nvSpPr>
        <p:spPr>
          <a:xfrm>
            <a:off x="11788775" y="1371599"/>
            <a:ext cx="190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800" b="1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</a:t>
            </a:r>
            <a:endParaRPr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" name="TextBox 419">
            <a:extLst>
              <a:ext uri="{FF2B5EF4-FFF2-40B4-BE49-F238E27FC236}">
                <a16:creationId xmlns:a16="http://schemas.microsoft.com/office/drawing/2014/main" id="{C6B3B36E-8BA2-46F0-85BE-63B201415723}"/>
              </a:ext>
            </a:extLst>
          </p:cNvPr>
          <p:cNvSpPr>
            <a:spLocks noGrp="1"/>
          </p:cNvSpPr>
          <p:nvPr/>
        </p:nvSpPr>
        <p:spPr>
          <a:xfrm>
            <a:off x="247650" y="237489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TextBox 420">
            <a:extLst>
              <a:ext uri="{FF2B5EF4-FFF2-40B4-BE49-F238E27FC236}">
                <a16:creationId xmlns:a16="http://schemas.microsoft.com/office/drawing/2014/main" id="{C2BB8CAA-B0CF-4E7D-BFE6-AFA5F47B3D9B}"/>
              </a:ext>
            </a:extLst>
          </p:cNvPr>
          <p:cNvSpPr>
            <a:spLocks noGrp="1"/>
          </p:cNvSpPr>
          <p:nvPr/>
        </p:nvSpPr>
        <p:spPr>
          <a:xfrm>
            <a:off x="2000250" y="266999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Data foundation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4" name="TextBox 434">
            <a:extLst>
              <a:ext uri="{FF2B5EF4-FFF2-40B4-BE49-F238E27FC236}">
                <a16:creationId xmlns:a16="http://schemas.microsoft.com/office/drawing/2014/main" id="{0AE7A6AF-B6E4-45A3-9331-43AEC8AEC006}"/>
              </a:ext>
            </a:extLst>
          </p:cNvPr>
          <p:cNvSpPr>
            <a:spLocks noGrp="1"/>
          </p:cNvSpPr>
          <p:nvPr/>
        </p:nvSpPr>
        <p:spPr>
          <a:xfrm>
            <a:off x="6677025" y="283209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5" name="TextBox 435">
            <a:extLst>
              <a:ext uri="{FF2B5EF4-FFF2-40B4-BE49-F238E27FC236}">
                <a16:creationId xmlns:a16="http://schemas.microsoft.com/office/drawing/2014/main" id="{40BFF131-D1DD-4BA4-9A1A-C37AC29665CB}"/>
              </a:ext>
            </a:extLst>
          </p:cNvPr>
          <p:cNvSpPr>
            <a:spLocks noGrp="1"/>
          </p:cNvSpPr>
          <p:nvPr/>
        </p:nvSpPr>
        <p:spPr>
          <a:xfrm>
            <a:off x="8239125" y="299084"/>
            <a:ext cx="2952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 construction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8" name="TextBox 438">
            <a:extLst>
              <a:ext uri="{FF2B5EF4-FFF2-40B4-BE49-F238E27FC236}">
                <a16:creationId xmlns:a16="http://schemas.microsoft.com/office/drawing/2014/main" id="{4E309CF6-F46E-4613-90F1-1F235B5C8361}"/>
              </a:ext>
            </a:extLst>
          </p:cNvPr>
          <p:cNvSpPr>
            <a:spLocks noGrp="1"/>
          </p:cNvSpPr>
          <p:nvPr/>
        </p:nvSpPr>
        <p:spPr>
          <a:xfrm>
            <a:off x="8975724" y="1298574"/>
            <a:ext cx="146367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hemical similarity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TextBox 439">
            <a:extLst>
              <a:ext uri="{FF2B5EF4-FFF2-40B4-BE49-F238E27FC236}">
                <a16:creationId xmlns:a16="http://schemas.microsoft.com/office/drawing/2014/main" id="{5DE811E1-DDB6-4975-BA91-E61DC3A7EF3B}"/>
              </a:ext>
            </a:extLst>
          </p:cNvPr>
          <p:cNvSpPr>
            <a:spLocks noGrp="1"/>
          </p:cNvSpPr>
          <p:nvPr/>
        </p:nvSpPr>
        <p:spPr>
          <a:xfrm>
            <a:off x="9010650" y="1889124"/>
            <a:ext cx="14287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ell-state relation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" name="TextBox 440">
            <a:extLst>
              <a:ext uri="{FF2B5EF4-FFF2-40B4-BE49-F238E27FC236}">
                <a16:creationId xmlns:a16="http://schemas.microsoft.com/office/drawing/2014/main" id="{0847B6C0-E673-4A2C-BAE9-31ABCF045F65}"/>
              </a:ext>
            </a:extLst>
          </p:cNvPr>
          <p:cNvSpPr>
            <a:spLocks noGrp="1"/>
          </p:cNvSpPr>
          <p:nvPr/>
        </p:nvSpPr>
        <p:spPr>
          <a:xfrm>
            <a:off x="9048750" y="2432049"/>
            <a:ext cx="13525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</a:t>
            </a: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ime condition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1" name="TextBox 441">
            <a:extLst>
              <a:ext uri="{FF2B5EF4-FFF2-40B4-BE49-F238E27FC236}">
                <a16:creationId xmlns:a16="http://schemas.microsoft.com/office/drawing/2014/main" id="{AE8CAAE8-3951-4657-AB82-95B9105E742E}"/>
              </a:ext>
            </a:extLst>
          </p:cNvPr>
          <p:cNvSpPr>
            <a:spLocks noGrp="1"/>
          </p:cNvSpPr>
          <p:nvPr/>
        </p:nvSpPr>
        <p:spPr>
          <a:xfrm>
            <a:off x="7467600" y="2565399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3–72 h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2" name="TextBox 442">
            <a:extLst>
              <a:ext uri="{FF2B5EF4-FFF2-40B4-BE49-F238E27FC236}">
                <a16:creationId xmlns:a16="http://schemas.microsoft.com/office/drawing/2014/main" id="{2F33E52C-029B-4D0B-B6A2-DDE073D0E7BE}"/>
              </a:ext>
            </a:extLst>
          </p:cNvPr>
          <p:cNvSpPr>
            <a:spLocks noGrp="1"/>
          </p:cNvSpPr>
          <p:nvPr/>
        </p:nvSpPr>
        <p:spPr>
          <a:xfrm>
            <a:off x="11096625" y="2565399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48 h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3" name="TextBox 443">
            <a:extLst>
              <a:ext uri="{FF2B5EF4-FFF2-40B4-BE49-F238E27FC236}">
                <a16:creationId xmlns:a16="http://schemas.microsoft.com/office/drawing/2014/main" id="{868A0818-8BD9-417B-A7DE-A8A7523648D0}"/>
              </a:ext>
            </a:extLst>
          </p:cNvPr>
          <p:cNvSpPr>
            <a:spLocks noGrp="1"/>
          </p:cNvSpPr>
          <p:nvPr/>
        </p:nvSpPr>
        <p:spPr>
          <a:xfrm>
            <a:off x="7373407" y="2984499"/>
            <a:ext cx="1714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4" name="TextBox 444">
            <a:extLst>
              <a:ext uri="{FF2B5EF4-FFF2-40B4-BE49-F238E27FC236}">
                <a16:creationId xmlns:a16="http://schemas.microsoft.com/office/drawing/2014/main" id="{099DDB43-3CEC-4BB7-BBB5-0B8098763E51}"/>
              </a:ext>
            </a:extLst>
          </p:cNvPr>
          <p:cNvSpPr>
            <a:spLocks noGrp="1"/>
          </p:cNvSpPr>
          <p:nvPr/>
        </p:nvSpPr>
        <p:spPr>
          <a:xfrm>
            <a:off x="7468657" y="3117849"/>
            <a:ext cx="3333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400" b="1" dirty="0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CHO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5" name="TextBox 445">
            <a:extLst>
              <a:ext uri="{FF2B5EF4-FFF2-40B4-BE49-F238E27FC236}">
                <a16:creationId xmlns:a16="http://schemas.microsoft.com/office/drawing/2014/main" id="{5D0D6939-4086-4E91-A8B5-B71E5300A99E}"/>
              </a:ext>
            </a:extLst>
          </p:cNvPr>
          <p:cNvSpPr>
            <a:spLocks noGrp="1"/>
          </p:cNvSpPr>
          <p:nvPr/>
        </p:nvSpPr>
        <p:spPr>
          <a:xfrm>
            <a:off x="8706485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6" name="TextBox 446">
            <a:extLst>
              <a:ext uri="{FF2B5EF4-FFF2-40B4-BE49-F238E27FC236}">
                <a16:creationId xmlns:a16="http://schemas.microsoft.com/office/drawing/2014/main" id="{2EB6D350-1B0C-431C-A6DF-4F977D4556CA}"/>
              </a:ext>
            </a:extLst>
          </p:cNvPr>
          <p:cNvSpPr>
            <a:spLocks noGrp="1"/>
          </p:cNvSpPr>
          <p:nvPr/>
        </p:nvSpPr>
        <p:spPr>
          <a:xfrm>
            <a:off x="8785860" y="3108324"/>
            <a:ext cx="4095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</a:t>
            </a:r>
            <a:r>
              <a:rPr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ransfer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7" name="TextBox 447">
            <a:extLst>
              <a:ext uri="{FF2B5EF4-FFF2-40B4-BE49-F238E27FC236}">
                <a16:creationId xmlns:a16="http://schemas.microsoft.com/office/drawing/2014/main" id="{493C6622-4E74-4AB9-8CC2-3819EDEF353A}"/>
              </a:ext>
            </a:extLst>
          </p:cNvPr>
          <p:cNvSpPr>
            <a:spLocks noGrp="1"/>
          </p:cNvSpPr>
          <p:nvPr/>
        </p:nvSpPr>
        <p:spPr>
          <a:xfrm>
            <a:off x="9351645" y="2994024"/>
            <a:ext cx="16192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=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8">
            <a:extLst>
              <a:ext uri="{FF2B5EF4-FFF2-40B4-BE49-F238E27FC236}">
                <a16:creationId xmlns:a16="http://schemas.microsoft.com/office/drawing/2014/main" id="{8056C67C-D91E-493B-990C-93B39399BC4D}"/>
              </a:ext>
            </a:extLst>
          </p:cNvPr>
          <p:cNvSpPr>
            <a:spLocks noGrp="1"/>
          </p:cNvSpPr>
          <p:nvPr/>
        </p:nvSpPr>
        <p:spPr>
          <a:xfrm>
            <a:off x="9498965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9" name="TextBox 449">
            <a:extLst>
              <a:ext uri="{FF2B5EF4-FFF2-40B4-BE49-F238E27FC236}">
                <a16:creationId xmlns:a16="http://schemas.microsoft.com/office/drawing/2014/main" id="{4D450768-6E5F-4662-A064-AC3A57954530}"/>
              </a:ext>
            </a:extLst>
          </p:cNvPr>
          <p:cNvSpPr>
            <a:spLocks noGrp="1"/>
          </p:cNvSpPr>
          <p:nvPr/>
        </p:nvSpPr>
        <p:spPr>
          <a:xfrm>
            <a:off x="9605645" y="3108324"/>
            <a:ext cx="2857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r>
              <a:rPr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hem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" name="TextBox 450">
            <a:extLst>
              <a:ext uri="{FF2B5EF4-FFF2-40B4-BE49-F238E27FC236}">
                <a16:creationId xmlns:a16="http://schemas.microsoft.com/office/drawing/2014/main" id="{3D4D4216-0342-462C-90F0-DE13F2224695}"/>
              </a:ext>
            </a:extLst>
          </p:cNvPr>
          <p:cNvSpPr>
            <a:spLocks noGrp="1"/>
          </p:cNvSpPr>
          <p:nvPr/>
        </p:nvSpPr>
        <p:spPr>
          <a:xfrm>
            <a:off x="9940290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1" name="TextBox 451">
            <a:extLst>
              <a:ext uri="{FF2B5EF4-FFF2-40B4-BE49-F238E27FC236}">
                <a16:creationId xmlns:a16="http://schemas.microsoft.com/office/drawing/2014/main" id="{050589DA-58E6-4098-B92C-4EEE6DC2235B}"/>
              </a:ext>
            </a:extLst>
          </p:cNvPr>
          <p:cNvSpPr>
            <a:spLocks noGrp="1"/>
          </p:cNvSpPr>
          <p:nvPr/>
        </p:nvSpPr>
        <p:spPr>
          <a:xfrm>
            <a:off x="10085705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2">
            <a:extLst>
              <a:ext uri="{FF2B5EF4-FFF2-40B4-BE49-F238E27FC236}">
                <a16:creationId xmlns:a16="http://schemas.microsoft.com/office/drawing/2014/main" id="{82661156-C063-4439-82F7-C064EB9F866A}"/>
              </a:ext>
            </a:extLst>
          </p:cNvPr>
          <p:cNvSpPr>
            <a:spLocks noGrp="1"/>
          </p:cNvSpPr>
          <p:nvPr/>
        </p:nvSpPr>
        <p:spPr>
          <a:xfrm>
            <a:off x="10189845" y="3108324"/>
            <a:ext cx="2190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r>
              <a:rPr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ell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3">
            <a:extLst>
              <a:ext uri="{FF2B5EF4-FFF2-40B4-BE49-F238E27FC236}">
                <a16:creationId xmlns:a16="http://schemas.microsoft.com/office/drawing/2014/main" id="{81918409-4370-4756-8C67-7274C42EDD3B}"/>
              </a:ext>
            </a:extLst>
          </p:cNvPr>
          <p:cNvSpPr>
            <a:spLocks noGrp="1"/>
          </p:cNvSpPr>
          <p:nvPr/>
        </p:nvSpPr>
        <p:spPr>
          <a:xfrm>
            <a:off x="10467340" y="2981324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4">
            <a:extLst>
              <a:ext uri="{FF2B5EF4-FFF2-40B4-BE49-F238E27FC236}">
                <a16:creationId xmlns:a16="http://schemas.microsoft.com/office/drawing/2014/main" id="{F7AD1133-42D1-4CB9-89E4-A3ED474BF887}"/>
              </a:ext>
            </a:extLst>
          </p:cNvPr>
          <p:cNvSpPr>
            <a:spLocks noGrp="1"/>
          </p:cNvSpPr>
          <p:nvPr/>
        </p:nvSpPr>
        <p:spPr>
          <a:xfrm>
            <a:off x="10586085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5">
            <a:extLst>
              <a:ext uri="{FF2B5EF4-FFF2-40B4-BE49-F238E27FC236}">
                <a16:creationId xmlns:a16="http://schemas.microsoft.com/office/drawing/2014/main" id="{46624D79-77A1-4FFE-8199-F34EC49D9D27}"/>
              </a:ext>
            </a:extLst>
          </p:cNvPr>
          <p:cNvSpPr>
            <a:spLocks noGrp="1"/>
          </p:cNvSpPr>
          <p:nvPr/>
        </p:nvSpPr>
        <p:spPr>
          <a:xfrm>
            <a:off x="10702290" y="3108324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</a:t>
            </a:r>
            <a:r>
              <a:rPr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ime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" name="TextBox 456">
            <a:extLst>
              <a:ext uri="{FF2B5EF4-FFF2-40B4-BE49-F238E27FC236}">
                <a16:creationId xmlns:a16="http://schemas.microsoft.com/office/drawing/2014/main" id="{41737C61-0156-47C7-AEEA-EA5615EBBA00}"/>
              </a:ext>
            </a:extLst>
          </p:cNvPr>
          <p:cNvSpPr>
            <a:spLocks noGrp="1"/>
          </p:cNvSpPr>
          <p:nvPr/>
        </p:nvSpPr>
        <p:spPr>
          <a:xfrm>
            <a:off x="11007090" y="2994024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TextBox 457">
            <a:extLst>
              <a:ext uri="{FF2B5EF4-FFF2-40B4-BE49-F238E27FC236}">
                <a16:creationId xmlns:a16="http://schemas.microsoft.com/office/drawing/2014/main" id="{B235A347-BA9F-4D81-9E44-F96100806B85}"/>
              </a:ext>
            </a:extLst>
          </p:cNvPr>
          <p:cNvSpPr>
            <a:spLocks noGrp="1"/>
          </p:cNvSpPr>
          <p:nvPr/>
        </p:nvSpPr>
        <p:spPr>
          <a:xfrm>
            <a:off x="11150600" y="2984499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i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TextBox 458">
            <a:extLst>
              <a:ext uri="{FF2B5EF4-FFF2-40B4-BE49-F238E27FC236}">
                <a16:creationId xmlns:a16="http://schemas.microsoft.com/office/drawing/2014/main" id="{CA21549A-D356-4743-95BA-7457F40B1DE5}"/>
              </a:ext>
            </a:extLst>
          </p:cNvPr>
          <p:cNvSpPr>
            <a:spLocks noGrp="1"/>
          </p:cNvSpPr>
          <p:nvPr/>
        </p:nvSpPr>
        <p:spPr>
          <a:xfrm>
            <a:off x="11229975" y="3108324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sz="1400" b="1" dirty="0">
                <a:solidFill>
                  <a:srgbClr val="7412D8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NCI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9" name="TextBox 459">
            <a:extLst>
              <a:ext uri="{FF2B5EF4-FFF2-40B4-BE49-F238E27FC236}">
                <a16:creationId xmlns:a16="http://schemas.microsoft.com/office/drawing/2014/main" id="{B702BB92-2B73-4C4C-8683-456E9D0EEE32}"/>
              </a:ext>
            </a:extLst>
          </p:cNvPr>
          <p:cNvSpPr>
            <a:spLocks noGrp="1"/>
          </p:cNvSpPr>
          <p:nvPr/>
        </p:nvSpPr>
        <p:spPr>
          <a:xfrm>
            <a:off x="8772525" y="4295774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Feature engineering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" name="TextBox 460">
            <a:extLst>
              <a:ext uri="{FF2B5EF4-FFF2-40B4-BE49-F238E27FC236}">
                <a16:creationId xmlns:a16="http://schemas.microsoft.com/office/drawing/2014/main" id="{8FAA793E-676B-4425-9C09-C9A14349C275}"/>
              </a:ext>
            </a:extLst>
          </p:cNvPr>
          <p:cNvSpPr>
            <a:spLocks noGrp="1"/>
          </p:cNvSpPr>
          <p:nvPr/>
        </p:nvSpPr>
        <p:spPr>
          <a:xfrm>
            <a:off x="6905625" y="4746624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" name="TextBox 461">
            <a:extLst>
              <a:ext uri="{FF2B5EF4-FFF2-40B4-BE49-F238E27FC236}">
                <a16:creationId xmlns:a16="http://schemas.microsoft.com/office/drawing/2014/main" id="{E2D3B5AA-2386-44C0-8BFC-B037158FA7D3}"/>
              </a:ext>
            </a:extLst>
          </p:cNvPr>
          <p:cNvSpPr>
            <a:spLocks noGrp="1"/>
          </p:cNvSpPr>
          <p:nvPr/>
        </p:nvSpPr>
        <p:spPr>
          <a:xfrm>
            <a:off x="7439025" y="4746624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RF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2" name="TextBox 462">
            <a:extLst>
              <a:ext uri="{FF2B5EF4-FFF2-40B4-BE49-F238E27FC236}">
                <a16:creationId xmlns:a16="http://schemas.microsoft.com/office/drawing/2014/main" id="{A91D4E25-AA80-44C4-8E63-F78E7F45A574}"/>
              </a:ext>
            </a:extLst>
          </p:cNvPr>
          <p:cNvSpPr>
            <a:spLocks noGrp="1"/>
          </p:cNvSpPr>
          <p:nvPr/>
        </p:nvSpPr>
        <p:spPr>
          <a:xfrm>
            <a:off x="7972425" y="4746624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3" name="TextBox 463">
            <a:extLst>
              <a:ext uri="{FF2B5EF4-FFF2-40B4-BE49-F238E27FC236}">
                <a16:creationId xmlns:a16="http://schemas.microsoft.com/office/drawing/2014/main" id="{FB54461C-0B12-45AE-B754-709866C1FBC3}"/>
              </a:ext>
            </a:extLst>
          </p:cNvPr>
          <p:cNvSpPr>
            <a:spLocks noGrp="1"/>
          </p:cNvSpPr>
          <p:nvPr/>
        </p:nvSpPr>
        <p:spPr>
          <a:xfrm>
            <a:off x="8518525" y="4746624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SVR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4" name="TextBox 464">
            <a:extLst>
              <a:ext uri="{FF2B5EF4-FFF2-40B4-BE49-F238E27FC236}">
                <a16:creationId xmlns:a16="http://schemas.microsoft.com/office/drawing/2014/main" id="{003ABC91-EBEE-44E9-B292-C76B2A564C50}"/>
              </a:ext>
            </a:extLst>
          </p:cNvPr>
          <p:cNvSpPr>
            <a:spLocks noGrp="1"/>
          </p:cNvSpPr>
          <p:nvPr/>
        </p:nvSpPr>
        <p:spPr>
          <a:xfrm>
            <a:off x="9080500" y="4746624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XGB</a:t>
            </a:r>
            <a:endParaRPr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5" name="TextBox 465">
            <a:extLst>
              <a:ext uri="{FF2B5EF4-FFF2-40B4-BE49-F238E27FC236}">
                <a16:creationId xmlns:a16="http://schemas.microsoft.com/office/drawing/2014/main" id="{C317C06D-AD8D-472C-9CAF-FFE62228A894}"/>
              </a:ext>
            </a:extLst>
          </p:cNvPr>
          <p:cNvSpPr>
            <a:spLocks noGrp="1"/>
          </p:cNvSpPr>
          <p:nvPr/>
        </p:nvSpPr>
        <p:spPr>
          <a:xfrm>
            <a:off x="9627659" y="4883339"/>
            <a:ext cx="590550" cy="2381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Select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" name="TextBox 466">
            <a:extLst>
              <a:ext uri="{FF2B5EF4-FFF2-40B4-BE49-F238E27FC236}">
                <a16:creationId xmlns:a16="http://schemas.microsoft.com/office/drawing/2014/main" id="{2610C322-E13B-44F7-8591-DA471A8235F9}"/>
              </a:ext>
            </a:extLst>
          </p:cNvPr>
          <p:cNvSpPr>
            <a:spLocks noGrp="1"/>
          </p:cNvSpPr>
          <p:nvPr/>
        </p:nvSpPr>
        <p:spPr>
          <a:xfrm>
            <a:off x="10391775" y="4756149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7" name="TextBox 467">
            <a:extLst>
              <a:ext uri="{FF2B5EF4-FFF2-40B4-BE49-F238E27FC236}">
                <a16:creationId xmlns:a16="http://schemas.microsoft.com/office/drawing/2014/main" id="{45E4B949-FBA6-4B12-B7A1-9A4D9AC1E31B}"/>
              </a:ext>
            </a:extLst>
          </p:cNvPr>
          <p:cNvSpPr>
            <a:spLocks noGrp="1"/>
          </p:cNvSpPr>
          <p:nvPr/>
        </p:nvSpPr>
        <p:spPr>
          <a:xfrm>
            <a:off x="11366500" y="4698999"/>
            <a:ext cx="13906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b="1" dirty="0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CHO-K1 </a:t>
            </a:r>
            <a:r>
              <a:rPr b="1" dirty="0" err="1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pLC</a:t>
            </a:r>
            <a:r>
              <a:rPr b="1" dirty="0">
                <a:solidFill>
                  <a:srgbClr val="079CE5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₅₀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8" name="TextBox 468">
            <a:extLst>
              <a:ext uri="{FF2B5EF4-FFF2-40B4-BE49-F238E27FC236}">
                <a16:creationId xmlns:a16="http://schemas.microsoft.com/office/drawing/2014/main" id="{A16585E0-EC39-4DAC-BF76-BA6899CA3C4B}"/>
              </a:ext>
            </a:extLst>
          </p:cNvPr>
          <p:cNvSpPr>
            <a:spLocks noGrp="1"/>
          </p:cNvSpPr>
          <p:nvPr/>
        </p:nvSpPr>
        <p:spPr>
          <a:xfrm>
            <a:off x="247650" y="5448934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TextBox 469">
            <a:extLst>
              <a:ext uri="{FF2B5EF4-FFF2-40B4-BE49-F238E27FC236}">
                <a16:creationId xmlns:a16="http://schemas.microsoft.com/office/drawing/2014/main" id="{60882943-6072-4F5C-BEE0-774917B1AA4C}"/>
              </a:ext>
            </a:extLst>
          </p:cNvPr>
          <p:cNvSpPr>
            <a:spLocks noGrp="1"/>
          </p:cNvSpPr>
          <p:nvPr/>
        </p:nvSpPr>
        <p:spPr>
          <a:xfrm>
            <a:off x="2019300" y="5499097"/>
            <a:ext cx="2476499" cy="313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 validation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5" name="TextBox 505">
            <a:extLst>
              <a:ext uri="{FF2B5EF4-FFF2-40B4-BE49-F238E27FC236}">
                <a16:creationId xmlns:a16="http://schemas.microsoft.com/office/drawing/2014/main" id="{3149222B-2B59-459B-AE45-7D03CDD957B7}"/>
              </a:ext>
            </a:extLst>
          </p:cNvPr>
          <p:cNvSpPr>
            <a:spLocks noGrp="1"/>
          </p:cNvSpPr>
          <p:nvPr/>
        </p:nvSpPr>
        <p:spPr>
          <a:xfrm>
            <a:off x="6677025" y="5474334"/>
            <a:ext cx="30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6" name="TextBox 506">
            <a:extLst>
              <a:ext uri="{FF2B5EF4-FFF2-40B4-BE49-F238E27FC236}">
                <a16:creationId xmlns:a16="http://schemas.microsoft.com/office/drawing/2014/main" id="{2A0AA822-B4DF-4657-838A-228DC280B6FB}"/>
              </a:ext>
            </a:extLst>
          </p:cNvPr>
          <p:cNvSpPr>
            <a:spLocks noGrp="1"/>
          </p:cNvSpPr>
          <p:nvPr/>
        </p:nvSpPr>
        <p:spPr>
          <a:xfrm>
            <a:off x="8534400" y="5464809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sz="2400" b="1" dirty="0">
                <a:solidFill>
                  <a:srgbClr val="07123B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Applications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28" name="直接箭头连接符 549"/>
          <p:cNvCxnSpPr/>
          <p:nvPr/>
        </p:nvCxnSpPr>
        <p:spPr>
          <a:xfrm>
            <a:off x="7887755" y="4165600"/>
            <a:ext cx="1" cy="4762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直接箭头连接符 552"/>
          <p:cNvCxnSpPr/>
          <p:nvPr/>
        </p:nvCxnSpPr>
        <p:spPr>
          <a:xfrm>
            <a:off x="9667874" y="3758566"/>
            <a:ext cx="0" cy="207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直接箭头连接符 555"/>
          <p:cNvCxnSpPr>
            <a:stCxn id="8" idx="3"/>
            <a:endCxn id="65" idx="3"/>
          </p:cNvCxnSpPr>
          <p:nvPr/>
        </p:nvCxnSpPr>
        <p:spPr>
          <a:xfrm>
            <a:off x="9591675" y="4889499"/>
            <a:ext cx="695325" cy="31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直接箭头连接符 557"/>
          <p:cNvCxnSpPr>
            <a:cxnSpLocks/>
          </p:cNvCxnSpPr>
          <p:nvPr/>
        </p:nvCxnSpPr>
        <p:spPr>
          <a:xfrm>
            <a:off x="10915650" y="4889499"/>
            <a:ext cx="3238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直接箭头连接符 560"/>
          <p:cNvCxnSpPr/>
          <p:nvPr/>
        </p:nvCxnSpPr>
        <p:spPr>
          <a:xfrm>
            <a:off x="7887763" y="3013073"/>
            <a:ext cx="0" cy="4286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3" name="直接箭头连接符 564"/>
          <p:cNvCxnSpPr/>
          <p:nvPr/>
        </p:nvCxnSpPr>
        <p:spPr>
          <a:xfrm>
            <a:off x="11569706" y="3013073"/>
            <a:ext cx="0" cy="4286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4" name="直接箭头连接符 569"/>
          <p:cNvCxnSpPr/>
          <p:nvPr/>
        </p:nvCxnSpPr>
        <p:spPr>
          <a:xfrm>
            <a:off x="7888819" y="955674"/>
            <a:ext cx="0" cy="2338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5" name="直接箭头连接符 571"/>
          <p:cNvCxnSpPr/>
          <p:nvPr/>
        </p:nvCxnSpPr>
        <p:spPr>
          <a:xfrm>
            <a:off x="11572869" y="955674"/>
            <a:ext cx="0" cy="2338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a_v2_split">
            <a:extLst>
              <a:ext uri="{FF2B5EF4-FFF2-40B4-BE49-F238E27FC236}">
                <a16:creationId xmlns:a16="http://schemas.microsoft.com/office/drawing/2014/main" id="{636A9571-8B8F-4BE9-8962-A7568FA50E8E}"/>
              </a:ext>
            </a:extLst>
          </p:cNvPr>
          <p:cNvSpPr>
            <a:spLocks noGrp="1"/>
          </p:cNvSpPr>
          <p:nvPr/>
        </p:nvSpPr>
        <p:spPr>
          <a:xfrm>
            <a:off x="3310469" y="888999"/>
            <a:ext cx="0" cy="4343400"/>
          </a:xfrm>
          <a:prstGeom prst="line">
            <a:avLst/>
          </a:prstGeom>
          <a:noFill/>
          <a:ln w="11430">
            <a:solidFill>
              <a:srgbClr val="7B8794"/>
            </a:solidFill>
            <a:prstDash val="solid"/>
          </a:ln>
        </p:spPr>
      </p:sp>
      <p:sp>
        <p:nvSpPr>
          <p:cNvPr id="574" name="a_reported_count">
            <a:extLst>
              <a:ext uri="{FF2B5EF4-FFF2-40B4-BE49-F238E27FC236}">
                <a16:creationId xmlns:a16="http://schemas.microsoft.com/office/drawing/2014/main" id="{DDE73AB3-32ED-4FA3-A418-CA76A77730C2}"/>
              </a:ext>
            </a:extLst>
          </p:cNvPr>
          <p:cNvSpPr>
            <a:spLocks noGrp="1"/>
          </p:cNvSpPr>
          <p:nvPr/>
        </p:nvSpPr>
        <p:spPr>
          <a:xfrm>
            <a:off x="439556" y="929473"/>
            <a:ext cx="2305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85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3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6,310</a:t>
            </a:r>
          </a:p>
        </p:txBody>
      </p:sp>
      <p:sp>
        <p:nvSpPr>
          <p:cNvPr id="576" name="a_structure_cloud">
            <a:extLst>
              <a:ext uri="{FF2B5EF4-FFF2-40B4-BE49-F238E27FC236}">
                <a16:creationId xmlns:a16="http://schemas.microsoft.com/office/drawing/2014/main" id="{2DA6196C-00AA-4C53-9E14-A81EDEB75A50}"/>
              </a:ext>
            </a:extLst>
          </p:cNvPr>
          <p:cNvSpPr>
            <a:spLocks noGrp="1"/>
          </p:cNvSpPr>
          <p:nvPr/>
        </p:nvSpPr>
        <p:spPr>
          <a:xfrm>
            <a:off x="186267" y="1768474"/>
            <a:ext cx="2833155" cy="1787522"/>
          </a:xfrm>
          <a:prstGeom prst="ellipse">
            <a:avLst/>
          </a:prstGeom>
          <a:noFill/>
          <a:ln w="14288">
            <a:solidFill>
              <a:srgbClr val="058ED3"/>
            </a:solidFill>
            <a:prstDash val="dash"/>
          </a:ln>
        </p:spPr>
        <p:txBody>
          <a:bodyPr/>
          <a:lstStyle/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0" name="图形 113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55625" y="1978024"/>
            <a:ext cx="695325" cy="514350"/>
          </a:xfrm>
          <a:prstGeom prst="rect">
            <a:avLst/>
          </a:prstGeom>
        </p:spPr>
      </p:pic>
      <p:pic>
        <p:nvPicPr>
          <p:cNvPr id="1141" name="图形 114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90626" y="1835149"/>
            <a:ext cx="781050" cy="581025"/>
          </a:xfrm>
          <a:prstGeom prst="rect">
            <a:avLst/>
          </a:prstGeom>
        </p:spPr>
      </p:pic>
      <p:pic>
        <p:nvPicPr>
          <p:cNvPr id="1142" name="图形 1141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971675" y="1984374"/>
            <a:ext cx="685800" cy="514350"/>
          </a:xfrm>
          <a:prstGeom prst="rect">
            <a:avLst/>
          </a:prstGeom>
        </p:spPr>
      </p:pic>
      <p:pic>
        <p:nvPicPr>
          <p:cNvPr id="1143" name="图形 11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00050" y="2441574"/>
            <a:ext cx="723900" cy="542925"/>
          </a:xfrm>
          <a:prstGeom prst="rect">
            <a:avLst/>
          </a:prstGeom>
        </p:spPr>
      </p:pic>
      <p:pic>
        <p:nvPicPr>
          <p:cNvPr id="1144" name="图形 1143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81100" y="2393949"/>
            <a:ext cx="733425" cy="552450"/>
          </a:xfrm>
          <a:prstGeom prst="rect">
            <a:avLst/>
          </a:prstGeom>
        </p:spPr>
      </p:pic>
      <p:pic>
        <p:nvPicPr>
          <p:cNvPr id="1145" name="图形 114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971675" y="2451099"/>
            <a:ext cx="695325" cy="523875"/>
          </a:xfrm>
          <a:prstGeom prst="rect">
            <a:avLst/>
          </a:prstGeom>
        </p:spPr>
      </p:pic>
      <p:pic>
        <p:nvPicPr>
          <p:cNvPr id="1146" name="图形 1145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504825" y="2898774"/>
            <a:ext cx="657225" cy="495300"/>
          </a:xfrm>
          <a:prstGeom prst="rect">
            <a:avLst/>
          </a:prstGeom>
        </p:spPr>
      </p:pic>
      <p:pic>
        <p:nvPicPr>
          <p:cNvPr id="1147" name="图形 1146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1257300" y="2851149"/>
            <a:ext cx="723900" cy="542925"/>
          </a:xfrm>
          <a:prstGeom prst="rect">
            <a:avLst/>
          </a:prstGeom>
        </p:spPr>
      </p:pic>
      <p:pic>
        <p:nvPicPr>
          <p:cNvPr id="1148" name="图形 114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/>
        </p:blipFill>
        <p:spPr>
          <a:xfrm>
            <a:off x="2038350" y="2898774"/>
            <a:ext cx="638175" cy="495300"/>
          </a:xfrm>
          <a:prstGeom prst="rect">
            <a:avLst/>
          </a:prstGeom>
        </p:spPr>
      </p:pic>
      <p:sp>
        <p:nvSpPr>
          <p:cNvPr id="586" name="a_ellipsis_1">
            <a:extLst>
              <a:ext uri="{FF2B5EF4-FFF2-40B4-BE49-F238E27FC236}">
                <a16:creationId xmlns:a16="http://schemas.microsoft.com/office/drawing/2014/main" id="{D921CB89-3020-47E4-B78C-3A2CDC9A7B3B}"/>
              </a:ext>
            </a:extLst>
          </p:cNvPr>
          <p:cNvSpPr>
            <a:spLocks noGrp="1"/>
          </p:cNvSpPr>
          <p:nvPr/>
        </p:nvSpPr>
        <p:spPr>
          <a:xfrm>
            <a:off x="933450" y="2336799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•••</a:t>
            </a:r>
          </a:p>
        </p:txBody>
      </p:sp>
      <p:sp>
        <p:nvSpPr>
          <p:cNvPr id="587" name="a_ellipsis_2">
            <a:extLst>
              <a:ext uri="{FF2B5EF4-FFF2-40B4-BE49-F238E27FC236}">
                <a16:creationId xmlns:a16="http://schemas.microsoft.com/office/drawing/2014/main" id="{118754EF-15AE-493C-A0F5-973DCE1BEC1E}"/>
              </a:ext>
            </a:extLst>
          </p:cNvPr>
          <p:cNvSpPr>
            <a:spLocks noGrp="1"/>
          </p:cNvSpPr>
          <p:nvPr/>
        </p:nvSpPr>
        <p:spPr>
          <a:xfrm>
            <a:off x="1838325" y="2698749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•••</a:t>
            </a:r>
          </a:p>
        </p:txBody>
      </p:sp>
      <p:sp>
        <p:nvSpPr>
          <p:cNvPr id="588" name="a_ellipsis_3">
            <a:extLst>
              <a:ext uri="{FF2B5EF4-FFF2-40B4-BE49-F238E27FC236}">
                <a16:creationId xmlns:a16="http://schemas.microsoft.com/office/drawing/2014/main" id="{7ACC5D05-9359-41EF-B26F-860551918AE4}"/>
              </a:ext>
            </a:extLst>
          </p:cNvPr>
          <p:cNvSpPr>
            <a:spLocks noGrp="1"/>
          </p:cNvSpPr>
          <p:nvPr/>
        </p:nvSpPr>
        <p:spPr>
          <a:xfrm>
            <a:off x="1066800" y="3155949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1111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•••</a:t>
            </a:r>
          </a:p>
        </p:txBody>
      </p:sp>
      <p:sp>
        <p:nvSpPr>
          <p:cNvPr id="589" name="a_count_arrow">
            <a:extLst>
              <a:ext uri="{FF2B5EF4-FFF2-40B4-BE49-F238E27FC236}">
                <a16:creationId xmlns:a16="http://schemas.microsoft.com/office/drawing/2014/main" id="{CB901EA2-DFBC-47F0-A87F-2C481C32947B}"/>
              </a:ext>
            </a:extLst>
          </p:cNvPr>
          <p:cNvSpPr>
            <a:spLocks noGrp="1"/>
          </p:cNvSpPr>
          <p:nvPr/>
        </p:nvSpPr>
        <p:spPr>
          <a:xfrm>
            <a:off x="1514475" y="3590924"/>
            <a:ext cx="142875" cy="371475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590" name="a_tested_count">
            <a:extLst>
              <a:ext uri="{FF2B5EF4-FFF2-40B4-BE49-F238E27FC236}">
                <a16:creationId xmlns:a16="http://schemas.microsoft.com/office/drawing/2014/main" id="{2D912F8C-599D-472F-B439-973A353A4D8A}"/>
              </a:ext>
            </a:extLst>
          </p:cNvPr>
          <p:cNvSpPr>
            <a:spLocks noGrp="1"/>
          </p:cNvSpPr>
          <p:nvPr/>
        </p:nvSpPr>
        <p:spPr>
          <a:xfrm>
            <a:off x="723900" y="3879849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70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3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284</a:t>
            </a:r>
          </a:p>
        </p:txBody>
      </p:sp>
      <p:pic>
        <p:nvPicPr>
          <p:cNvPr id="1157" name="图形 1156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/>
        </p:blipFill>
        <p:spPr>
          <a:xfrm>
            <a:off x="3362334" y="1574799"/>
            <a:ext cx="1047750" cy="1057275"/>
          </a:xfrm>
          <a:prstGeom prst="rect">
            <a:avLst/>
          </a:prstGeom>
        </p:spPr>
      </p:pic>
      <p:pic>
        <p:nvPicPr>
          <p:cNvPr id="1158" name="图形 1157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/>
        </p:blipFill>
        <p:spPr>
          <a:xfrm>
            <a:off x="5505459" y="1584324"/>
            <a:ext cx="981075" cy="1028700"/>
          </a:xfrm>
          <a:prstGeom prst="rect">
            <a:avLst/>
          </a:prstGeom>
        </p:spPr>
      </p:pic>
      <p:sp>
        <p:nvSpPr>
          <p:cNvPr id="598" name="a_context_text">
            <a:extLst>
              <a:ext uri="{FF2B5EF4-FFF2-40B4-BE49-F238E27FC236}">
                <a16:creationId xmlns:a16="http://schemas.microsoft.com/office/drawing/2014/main" id="{976B65E1-D626-488D-86BB-75732501A259}"/>
              </a:ext>
            </a:extLst>
          </p:cNvPr>
          <p:cNvSpPr>
            <a:spLocks noGrp="1"/>
          </p:cNvSpPr>
          <p:nvPr/>
        </p:nvSpPr>
        <p:spPr>
          <a:xfrm>
            <a:off x="4566929" y="1839593"/>
            <a:ext cx="7334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10000"/>
          </a:bodyPr>
          <a:lstStyle/>
          <a:p>
            <a:pPr algn="ctr">
              <a:defRPr sz="105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cross-cell</a:t>
            </a:r>
          </a:p>
          <a:p>
            <a:pPr algn="ctr">
              <a:defRPr sz="105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response</a:t>
            </a:r>
          </a:p>
          <a:p>
            <a:pPr algn="ctr">
              <a:defRPr sz="105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context</a:t>
            </a:r>
          </a:p>
        </p:txBody>
      </p:sp>
      <p:sp>
        <p:nvSpPr>
          <p:cNvPr id="609" name="c_v2_split">
            <a:extLst>
              <a:ext uri="{FF2B5EF4-FFF2-40B4-BE49-F238E27FC236}">
                <a16:creationId xmlns:a16="http://schemas.microsoft.com/office/drawing/2014/main" id="{3D34DCDA-365B-473E-BAAA-5BC0551E549C}"/>
              </a:ext>
            </a:extLst>
          </p:cNvPr>
          <p:cNvSpPr>
            <a:spLocks noGrp="1"/>
          </p:cNvSpPr>
          <p:nvPr/>
        </p:nvSpPr>
        <p:spPr>
          <a:xfrm>
            <a:off x="3309938" y="6127749"/>
            <a:ext cx="0" cy="4276725"/>
          </a:xfrm>
          <a:prstGeom prst="line">
            <a:avLst/>
          </a:prstGeom>
          <a:noFill/>
          <a:ln w="10954">
            <a:solidFill>
              <a:srgbClr val="7B8794"/>
            </a:solidFill>
            <a:prstDash val="solid"/>
          </a:ln>
        </p:spPr>
      </p:sp>
      <p:pic>
        <p:nvPicPr>
          <p:cNvPr id="1176" name="图形 1175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/>
        </p:blipFill>
        <p:spPr>
          <a:xfrm>
            <a:off x="190500" y="6718299"/>
            <a:ext cx="409575" cy="895350"/>
          </a:xfrm>
          <a:prstGeom prst="rect">
            <a:avLst/>
          </a:prstGeom>
        </p:spPr>
      </p:pic>
      <p:pic>
        <p:nvPicPr>
          <p:cNvPr id="1177" name="图形 1176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/>
        </p:blipFill>
        <p:spPr>
          <a:xfrm>
            <a:off x="733425" y="6756399"/>
            <a:ext cx="561975" cy="838200"/>
          </a:xfrm>
          <a:prstGeom prst="rect">
            <a:avLst/>
          </a:prstGeom>
        </p:spPr>
      </p:pic>
      <p:pic>
        <p:nvPicPr>
          <p:cNvPr id="1178" name="图形 1177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/>
        </p:blipFill>
        <p:spPr>
          <a:xfrm>
            <a:off x="1428750" y="6899274"/>
            <a:ext cx="828675" cy="495300"/>
          </a:xfrm>
          <a:prstGeom prst="rect">
            <a:avLst/>
          </a:prstGeom>
        </p:spPr>
      </p:pic>
      <p:pic>
        <p:nvPicPr>
          <p:cNvPr id="1179" name="图形 1178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/>
        </p:blipFill>
        <p:spPr>
          <a:xfrm>
            <a:off x="2435226" y="6823077"/>
            <a:ext cx="809625" cy="590550"/>
          </a:xfrm>
          <a:prstGeom prst="rect">
            <a:avLst/>
          </a:prstGeom>
        </p:spPr>
      </p:pic>
      <p:sp>
        <p:nvSpPr>
          <p:cNvPr id="617" name="c_flow_arrow_1">
            <a:extLst>
              <a:ext uri="{FF2B5EF4-FFF2-40B4-BE49-F238E27FC236}">
                <a16:creationId xmlns:a16="http://schemas.microsoft.com/office/drawing/2014/main" id="{99FA407D-B0F1-4EF8-8F14-2A30532E682B}"/>
              </a:ext>
            </a:extLst>
          </p:cNvPr>
          <p:cNvSpPr>
            <a:spLocks noGrp="1"/>
          </p:cNvSpPr>
          <p:nvPr/>
        </p:nvSpPr>
        <p:spPr>
          <a:xfrm>
            <a:off x="581025" y="7080249"/>
            <a:ext cx="142875" cy="76200"/>
          </a:xfrm>
          <a:prstGeom prst="right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618" name="c_flow_arrow_2">
            <a:extLst>
              <a:ext uri="{FF2B5EF4-FFF2-40B4-BE49-F238E27FC236}">
                <a16:creationId xmlns:a16="http://schemas.microsoft.com/office/drawing/2014/main" id="{FADD8AD6-4D13-4F3E-8383-2D6C7A7B55A2}"/>
              </a:ext>
            </a:extLst>
          </p:cNvPr>
          <p:cNvSpPr>
            <a:spLocks noGrp="1"/>
          </p:cNvSpPr>
          <p:nvPr/>
        </p:nvSpPr>
        <p:spPr>
          <a:xfrm>
            <a:off x="1295400" y="7080249"/>
            <a:ext cx="142875" cy="76200"/>
          </a:xfrm>
          <a:prstGeom prst="right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619" name="c_flow_arrow_3">
            <a:extLst>
              <a:ext uri="{FF2B5EF4-FFF2-40B4-BE49-F238E27FC236}">
                <a16:creationId xmlns:a16="http://schemas.microsoft.com/office/drawing/2014/main" id="{064E537E-E487-458D-9D16-4829AB32EC04}"/>
              </a:ext>
            </a:extLst>
          </p:cNvPr>
          <p:cNvSpPr>
            <a:spLocks noGrp="1"/>
          </p:cNvSpPr>
          <p:nvPr/>
        </p:nvSpPr>
        <p:spPr>
          <a:xfrm>
            <a:off x="2257425" y="7080249"/>
            <a:ext cx="152400" cy="76200"/>
          </a:xfrm>
          <a:prstGeom prst="right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624" name="c_lc_title_arrow">
            <a:extLst>
              <a:ext uri="{FF2B5EF4-FFF2-40B4-BE49-F238E27FC236}">
                <a16:creationId xmlns:a16="http://schemas.microsoft.com/office/drawing/2014/main" id="{CB0A9927-59B8-43E0-AE2F-C40940D47A5D}"/>
              </a:ext>
            </a:extLst>
          </p:cNvPr>
          <p:cNvSpPr>
            <a:spLocks noGrp="1"/>
          </p:cNvSpPr>
          <p:nvPr/>
        </p:nvSpPr>
        <p:spPr>
          <a:xfrm>
            <a:off x="1647825" y="7802032"/>
            <a:ext cx="114300" cy="19050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626" name="c_lc_y_axis">
            <a:extLst>
              <a:ext uri="{FF2B5EF4-FFF2-40B4-BE49-F238E27FC236}">
                <a16:creationId xmlns:a16="http://schemas.microsoft.com/office/drawing/2014/main" id="{E9F5BDAF-2F8B-40A8-AE33-DA656BFE6219}"/>
              </a:ext>
            </a:extLst>
          </p:cNvPr>
          <p:cNvSpPr>
            <a:spLocks noGrp="1"/>
          </p:cNvSpPr>
          <p:nvPr/>
        </p:nvSpPr>
        <p:spPr>
          <a:xfrm>
            <a:off x="590550" y="8432799"/>
            <a:ext cx="0" cy="12954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627" name="c_lc_y_tick_0">
            <a:extLst>
              <a:ext uri="{FF2B5EF4-FFF2-40B4-BE49-F238E27FC236}">
                <a16:creationId xmlns:a16="http://schemas.microsoft.com/office/drawing/2014/main" id="{7C0ED1BA-BB2B-4214-9DAA-2FFF2A51DFE6}"/>
              </a:ext>
            </a:extLst>
          </p:cNvPr>
          <p:cNvSpPr>
            <a:spLocks noGrp="1"/>
          </p:cNvSpPr>
          <p:nvPr/>
        </p:nvSpPr>
        <p:spPr>
          <a:xfrm>
            <a:off x="552450" y="97281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28" name="c_lc_y_tick_label_0">
            <a:extLst>
              <a:ext uri="{FF2B5EF4-FFF2-40B4-BE49-F238E27FC236}">
                <a16:creationId xmlns:a16="http://schemas.microsoft.com/office/drawing/2014/main" id="{77A0A48F-28A3-4498-BC8D-46FFD10C7727}"/>
              </a:ext>
            </a:extLst>
          </p:cNvPr>
          <p:cNvSpPr>
            <a:spLocks noGrp="1"/>
          </p:cNvSpPr>
          <p:nvPr/>
        </p:nvSpPr>
        <p:spPr>
          <a:xfrm>
            <a:off x="285750" y="9632949"/>
            <a:ext cx="2571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29" name="c_lc_y_tick_1">
            <a:extLst>
              <a:ext uri="{FF2B5EF4-FFF2-40B4-BE49-F238E27FC236}">
                <a16:creationId xmlns:a16="http://schemas.microsoft.com/office/drawing/2014/main" id="{04C876DD-3DA3-411A-A6DA-6F48CA64FEF0}"/>
              </a:ext>
            </a:extLst>
          </p:cNvPr>
          <p:cNvSpPr>
            <a:spLocks noGrp="1"/>
          </p:cNvSpPr>
          <p:nvPr/>
        </p:nvSpPr>
        <p:spPr>
          <a:xfrm>
            <a:off x="552450" y="90804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0" name="c_lc_y_tick_label_1">
            <a:extLst>
              <a:ext uri="{FF2B5EF4-FFF2-40B4-BE49-F238E27FC236}">
                <a16:creationId xmlns:a16="http://schemas.microsoft.com/office/drawing/2014/main" id="{2733BE50-2768-42C5-A00C-7CA73051AE70}"/>
              </a:ext>
            </a:extLst>
          </p:cNvPr>
          <p:cNvSpPr>
            <a:spLocks noGrp="1"/>
          </p:cNvSpPr>
          <p:nvPr/>
        </p:nvSpPr>
        <p:spPr>
          <a:xfrm>
            <a:off x="285750" y="8985249"/>
            <a:ext cx="2571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631" name="c_lc_y_tick_2">
            <a:extLst>
              <a:ext uri="{FF2B5EF4-FFF2-40B4-BE49-F238E27FC236}">
                <a16:creationId xmlns:a16="http://schemas.microsoft.com/office/drawing/2014/main" id="{B2A24B77-12F3-456C-8D7D-4F25677D5CCF}"/>
              </a:ext>
            </a:extLst>
          </p:cNvPr>
          <p:cNvSpPr>
            <a:spLocks noGrp="1"/>
          </p:cNvSpPr>
          <p:nvPr/>
        </p:nvSpPr>
        <p:spPr>
          <a:xfrm>
            <a:off x="552450" y="84327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2" name="c_lc_y_tick_label_2">
            <a:extLst>
              <a:ext uri="{FF2B5EF4-FFF2-40B4-BE49-F238E27FC236}">
                <a16:creationId xmlns:a16="http://schemas.microsoft.com/office/drawing/2014/main" id="{DF2F3116-1239-4EFF-AF47-E6B141A28E1C}"/>
              </a:ext>
            </a:extLst>
          </p:cNvPr>
          <p:cNvSpPr>
            <a:spLocks noGrp="1"/>
          </p:cNvSpPr>
          <p:nvPr/>
        </p:nvSpPr>
        <p:spPr>
          <a:xfrm>
            <a:off x="285750" y="8337549"/>
            <a:ext cx="2571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633" name="c_lc_x_axis">
            <a:extLst>
              <a:ext uri="{FF2B5EF4-FFF2-40B4-BE49-F238E27FC236}">
                <a16:creationId xmlns:a16="http://schemas.microsoft.com/office/drawing/2014/main" id="{3CFD823E-0B1A-4A26-A86F-E4286DC6D821}"/>
              </a:ext>
            </a:extLst>
          </p:cNvPr>
          <p:cNvSpPr>
            <a:spLocks noGrp="1"/>
          </p:cNvSpPr>
          <p:nvPr/>
        </p:nvSpPr>
        <p:spPr>
          <a:xfrm>
            <a:off x="590550" y="9728199"/>
            <a:ext cx="2514600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634" name="c_lc_x_tick_0">
            <a:extLst>
              <a:ext uri="{FF2B5EF4-FFF2-40B4-BE49-F238E27FC236}">
                <a16:creationId xmlns:a16="http://schemas.microsoft.com/office/drawing/2014/main" id="{4B651AD7-F521-4B25-B096-33872379F44D}"/>
              </a:ext>
            </a:extLst>
          </p:cNvPr>
          <p:cNvSpPr>
            <a:spLocks noGrp="1"/>
          </p:cNvSpPr>
          <p:nvPr/>
        </p:nvSpPr>
        <p:spPr>
          <a:xfrm>
            <a:off x="590550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5" name="c_lc_x_tick_1">
            <a:extLst>
              <a:ext uri="{FF2B5EF4-FFF2-40B4-BE49-F238E27FC236}">
                <a16:creationId xmlns:a16="http://schemas.microsoft.com/office/drawing/2014/main" id="{45FBC877-6F48-4345-AC45-3CDC3A053FD6}"/>
              </a:ext>
            </a:extLst>
          </p:cNvPr>
          <p:cNvSpPr>
            <a:spLocks noGrp="1"/>
          </p:cNvSpPr>
          <p:nvPr/>
        </p:nvSpPr>
        <p:spPr>
          <a:xfrm>
            <a:off x="1219200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6" name="c_lc_x_tick_2">
            <a:extLst>
              <a:ext uri="{FF2B5EF4-FFF2-40B4-BE49-F238E27FC236}">
                <a16:creationId xmlns:a16="http://schemas.microsoft.com/office/drawing/2014/main" id="{07BD180C-F053-4266-91C8-5CA4DD96AE95}"/>
              </a:ext>
            </a:extLst>
          </p:cNvPr>
          <p:cNvSpPr>
            <a:spLocks noGrp="1"/>
          </p:cNvSpPr>
          <p:nvPr/>
        </p:nvSpPr>
        <p:spPr>
          <a:xfrm>
            <a:off x="1847850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7" name="c_lc_x_tick_3">
            <a:extLst>
              <a:ext uri="{FF2B5EF4-FFF2-40B4-BE49-F238E27FC236}">
                <a16:creationId xmlns:a16="http://schemas.microsoft.com/office/drawing/2014/main" id="{09CEA155-1071-4247-BA0C-5FB3EE58349D}"/>
              </a:ext>
            </a:extLst>
          </p:cNvPr>
          <p:cNvSpPr>
            <a:spLocks noGrp="1"/>
          </p:cNvSpPr>
          <p:nvPr/>
        </p:nvSpPr>
        <p:spPr>
          <a:xfrm>
            <a:off x="2476500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8" name="c_lc_x_tick_4">
            <a:extLst>
              <a:ext uri="{FF2B5EF4-FFF2-40B4-BE49-F238E27FC236}">
                <a16:creationId xmlns:a16="http://schemas.microsoft.com/office/drawing/2014/main" id="{7949DF8F-9143-499E-B7CE-08323CB310B2}"/>
              </a:ext>
            </a:extLst>
          </p:cNvPr>
          <p:cNvSpPr>
            <a:spLocks noGrp="1"/>
          </p:cNvSpPr>
          <p:nvPr/>
        </p:nvSpPr>
        <p:spPr>
          <a:xfrm>
            <a:off x="3105150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639" name="c_lc_xt_0">
            <a:extLst>
              <a:ext uri="{FF2B5EF4-FFF2-40B4-BE49-F238E27FC236}">
                <a16:creationId xmlns:a16="http://schemas.microsoft.com/office/drawing/2014/main" id="{8DEF14A3-DBEF-40FC-A42E-E9889C91039D}"/>
              </a:ext>
            </a:extLst>
          </p:cNvPr>
          <p:cNvSpPr>
            <a:spLocks noGrp="1"/>
          </p:cNvSpPr>
          <p:nvPr/>
        </p:nvSpPr>
        <p:spPr>
          <a:xfrm>
            <a:off x="400050" y="9766299"/>
            <a:ext cx="381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1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10⁻¹</a:t>
            </a:r>
            <a:endParaRPr lang="en-US" altLang="zh-CN" sz="900" b="1" i="0" dirty="0">
              <a:solidFill>
                <a:srgbClr val="07133F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40" name="c_lc_xt_1">
            <a:extLst>
              <a:ext uri="{FF2B5EF4-FFF2-40B4-BE49-F238E27FC236}">
                <a16:creationId xmlns:a16="http://schemas.microsoft.com/office/drawing/2014/main" id="{A0D7C85A-BD5E-4AB4-B933-504165E56093}"/>
              </a:ext>
            </a:extLst>
          </p:cNvPr>
          <p:cNvSpPr>
            <a:spLocks noGrp="1"/>
          </p:cNvSpPr>
          <p:nvPr/>
        </p:nvSpPr>
        <p:spPr>
          <a:xfrm>
            <a:off x="1028700" y="9766299"/>
            <a:ext cx="381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1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10⁰</a:t>
            </a:r>
          </a:p>
        </p:txBody>
      </p:sp>
      <p:sp>
        <p:nvSpPr>
          <p:cNvPr id="641" name="c_lc_xt_2">
            <a:extLst>
              <a:ext uri="{FF2B5EF4-FFF2-40B4-BE49-F238E27FC236}">
                <a16:creationId xmlns:a16="http://schemas.microsoft.com/office/drawing/2014/main" id="{605C89B0-2675-47FC-969C-31344D2FBBDB}"/>
              </a:ext>
            </a:extLst>
          </p:cNvPr>
          <p:cNvSpPr>
            <a:spLocks noGrp="1"/>
          </p:cNvSpPr>
          <p:nvPr/>
        </p:nvSpPr>
        <p:spPr>
          <a:xfrm>
            <a:off x="1657350" y="9766299"/>
            <a:ext cx="381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1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10¹</a:t>
            </a:r>
          </a:p>
        </p:txBody>
      </p:sp>
      <p:sp>
        <p:nvSpPr>
          <p:cNvPr id="642" name="c_lc_xt_3">
            <a:extLst>
              <a:ext uri="{FF2B5EF4-FFF2-40B4-BE49-F238E27FC236}">
                <a16:creationId xmlns:a16="http://schemas.microsoft.com/office/drawing/2014/main" id="{61A03453-FB9D-4256-BDD7-4A1816C4DEAC}"/>
              </a:ext>
            </a:extLst>
          </p:cNvPr>
          <p:cNvSpPr>
            <a:spLocks noGrp="1"/>
          </p:cNvSpPr>
          <p:nvPr/>
        </p:nvSpPr>
        <p:spPr>
          <a:xfrm>
            <a:off x="2286000" y="9766299"/>
            <a:ext cx="381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1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10²</a:t>
            </a:r>
          </a:p>
        </p:txBody>
      </p:sp>
      <p:sp>
        <p:nvSpPr>
          <p:cNvPr id="643" name="c_lc_xt_4">
            <a:extLst>
              <a:ext uri="{FF2B5EF4-FFF2-40B4-BE49-F238E27FC236}">
                <a16:creationId xmlns:a16="http://schemas.microsoft.com/office/drawing/2014/main" id="{D7140CB4-DA02-4B97-8DC0-F73B8C0E25BE}"/>
              </a:ext>
            </a:extLst>
          </p:cNvPr>
          <p:cNvSpPr>
            <a:spLocks noGrp="1"/>
          </p:cNvSpPr>
          <p:nvPr/>
        </p:nvSpPr>
        <p:spPr>
          <a:xfrm>
            <a:off x="2914650" y="9766299"/>
            <a:ext cx="381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1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10³</a:t>
            </a:r>
          </a:p>
        </p:txBody>
      </p:sp>
      <p:sp>
        <p:nvSpPr>
          <p:cNvPr id="644" name="c_lc_xlabel">
            <a:extLst>
              <a:ext uri="{FF2B5EF4-FFF2-40B4-BE49-F238E27FC236}">
                <a16:creationId xmlns:a16="http://schemas.microsoft.com/office/drawing/2014/main" id="{19714A37-26B3-4454-A834-075554AE3579}"/>
              </a:ext>
            </a:extLst>
          </p:cNvPr>
          <p:cNvSpPr>
            <a:spLocks noGrp="1"/>
          </p:cNvSpPr>
          <p:nvPr/>
        </p:nvSpPr>
        <p:spPr>
          <a:xfrm>
            <a:off x="909108" y="9969500"/>
            <a:ext cx="16954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Concentration (µM)</a:t>
            </a:r>
          </a:p>
        </p:txBody>
      </p:sp>
      <p:sp>
        <p:nvSpPr>
          <p:cNvPr id="645" name="c_lc_ylabel">
            <a:extLst>
              <a:ext uri="{FF2B5EF4-FFF2-40B4-BE49-F238E27FC236}">
                <a16:creationId xmlns:a16="http://schemas.microsoft.com/office/drawing/2014/main" id="{B7F3B50F-64B5-493A-91A6-BBD93618556D}"/>
              </a:ext>
            </a:extLst>
          </p:cNvPr>
          <p:cNvSpPr>
            <a:spLocks noGrp="1"/>
          </p:cNvSpPr>
          <p:nvPr/>
        </p:nvSpPr>
        <p:spPr>
          <a:xfrm rot="16200000">
            <a:off x="-351008" y="8982076"/>
            <a:ext cx="1240367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8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Cell viability (%)</a:t>
            </a:r>
          </a:p>
        </p:txBody>
      </p:sp>
      <p:sp>
        <p:nvSpPr>
          <p:cNvPr id="646" name="c_lc_seg_0">
            <a:extLst>
              <a:ext uri="{FF2B5EF4-FFF2-40B4-BE49-F238E27FC236}">
                <a16:creationId xmlns:a16="http://schemas.microsoft.com/office/drawing/2014/main" id="{9990B8AE-6409-4063-941D-3ABAFBD79802}"/>
              </a:ext>
            </a:extLst>
          </p:cNvPr>
          <p:cNvSpPr>
            <a:spLocks noGrp="1"/>
          </p:cNvSpPr>
          <p:nvPr/>
        </p:nvSpPr>
        <p:spPr>
          <a:xfrm>
            <a:off x="666750" y="8461374"/>
            <a:ext cx="314325" cy="952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47" name="c_lc_seg_1">
            <a:extLst>
              <a:ext uri="{FF2B5EF4-FFF2-40B4-BE49-F238E27FC236}">
                <a16:creationId xmlns:a16="http://schemas.microsoft.com/office/drawing/2014/main" id="{F46914DA-082A-4301-A996-EE8C9CC1C999}"/>
              </a:ext>
            </a:extLst>
          </p:cNvPr>
          <p:cNvSpPr>
            <a:spLocks noGrp="1"/>
          </p:cNvSpPr>
          <p:nvPr/>
        </p:nvSpPr>
        <p:spPr>
          <a:xfrm>
            <a:off x="981075" y="8470899"/>
            <a:ext cx="323850" cy="2857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48" name="c_lc_seg_2">
            <a:extLst>
              <a:ext uri="{FF2B5EF4-FFF2-40B4-BE49-F238E27FC236}">
                <a16:creationId xmlns:a16="http://schemas.microsoft.com/office/drawing/2014/main" id="{280CD617-B7D2-4B21-9F83-CF358E1583B3}"/>
              </a:ext>
            </a:extLst>
          </p:cNvPr>
          <p:cNvSpPr>
            <a:spLocks noGrp="1"/>
          </p:cNvSpPr>
          <p:nvPr/>
        </p:nvSpPr>
        <p:spPr>
          <a:xfrm>
            <a:off x="1304925" y="8499474"/>
            <a:ext cx="314325" cy="6667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49" name="c_lc_seg_3">
            <a:extLst>
              <a:ext uri="{FF2B5EF4-FFF2-40B4-BE49-F238E27FC236}">
                <a16:creationId xmlns:a16="http://schemas.microsoft.com/office/drawing/2014/main" id="{278BBA7A-E05B-4A85-8A41-D7F6D48178F8}"/>
              </a:ext>
            </a:extLst>
          </p:cNvPr>
          <p:cNvSpPr>
            <a:spLocks noGrp="1"/>
          </p:cNvSpPr>
          <p:nvPr/>
        </p:nvSpPr>
        <p:spPr>
          <a:xfrm>
            <a:off x="1619250" y="8566149"/>
            <a:ext cx="304800" cy="1524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0" name="c_lc_seg_4">
            <a:extLst>
              <a:ext uri="{FF2B5EF4-FFF2-40B4-BE49-F238E27FC236}">
                <a16:creationId xmlns:a16="http://schemas.microsoft.com/office/drawing/2014/main" id="{F352C47B-9182-4542-87BD-78FDE2AD276D}"/>
              </a:ext>
            </a:extLst>
          </p:cNvPr>
          <p:cNvSpPr>
            <a:spLocks noGrp="1"/>
          </p:cNvSpPr>
          <p:nvPr/>
        </p:nvSpPr>
        <p:spPr>
          <a:xfrm>
            <a:off x="1924050" y="8718549"/>
            <a:ext cx="247650" cy="3048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1" name="c_lc_seg_5">
            <a:extLst>
              <a:ext uri="{FF2B5EF4-FFF2-40B4-BE49-F238E27FC236}">
                <a16:creationId xmlns:a16="http://schemas.microsoft.com/office/drawing/2014/main" id="{5DEF3A21-15AC-4220-A3C4-181BB319439B}"/>
              </a:ext>
            </a:extLst>
          </p:cNvPr>
          <p:cNvSpPr>
            <a:spLocks noGrp="1"/>
          </p:cNvSpPr>
          <p:nvPr/>
        </p:nvSpPr>
        <p:spPr>
          <a:xfrm>
            <a:off x="2171700" y="9023349"/>
            <a:ext cx="209550" cy="3429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2" name="c_lc_seg_6">
            <a:extLst>
              <a:ext uri="{FF2B5EF4-FFF2-40B4-BE49-F238E27FC236}">
                <a16:creationId xmlns:a16="http://schemas.microsoft.com/office/drawing/2014/main" id="{D8C78DB1-AEA8-4E83-8F06-66C44D27352E}"/>
              </a:ext>
            </a:extLst>
          </p:cNvPr>
          <p:cNvSpPr>
            <a:spLocks noGrp="1"/>
          </p:cNvSpPr>
          <p:nvPr/>
        </p:nvSpPr>
        <p:spPr>
          <a:xfrm>
            <a:off x="2381250" y="9366249"/>
            <a:ext cx="247650" cy="2286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3" name="c_lc_seg_7">
            <a:extLst>
              <a:ext uri="{FF2B5EF4-FFF2-40B4-BE49-F238E27FC236}">
                <a16:creationId xmlns:a16="http://schemas.microsoft.com/office/drawing/2014/main" id="{58B29D98-1C62-47ED-8C6B-9E7EC1AE76EF}"/>
              </a:ext>
            </a:extLst>
          </p:cNvPr>
          <p:cNvSpPr>
            <a:spLocks noGrp="1"/>
          </p:cNvSpPr>
          <p:nvPr/>
        </p:nvSpPr>
        <p:spPr>
          <a:xfrm>
            <a:off x="2628900" y="9594849"/>
            <a:ext cx="257175" cy="762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4" name="c_lc_seg_8">
            <a:extLst>
              <a:ext uri="{FF2B5EF4-FFF2-40B4-BE49-F238E27FC236}">
                <a16:creationId xmlns:a16="http://schemas.microsoft.com/office/drawing/2014/main" id="{01268F64-95BD-4DB4-9899-1607F12BC01C}"/>
              </a:ext>
            </a:extLst>
          </p:cNvPr>
          <p:cNvSpPr>
            <a:spLocks noGrp="1"/>
          </p:cNvSpPr>
          <p:nvPr/>
        </p:nvSpPr>
        <p:spPr>
          <a:xfrm>
            <a:off x="2886075" y="9671049"/>
            <a:ext cx="200025" cy="952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655" name="c_lc_pt_0">
            <a:extLst>
              <a:ext uri="{FF2B5EF4-FFF2-40B4-BE49-F238E27FC236}">
                <a16:creationId xmlns:a16="http://schemas.microsoft.com/office/drawing/2014/main" id="{71148D83-A9E3-47AE-AC1C-C9B5FF220BCC}"/>
              </a:ext>
            </a:extLst>
          </p:cNvPr>
          <p:cNvSpPr>
            <a:spLocks noGrp="1"/>
          </p:cNvSpPr>
          <p:nvPr/>
        </p:nvSpPr>
        <p:spPr>
          <a:xfrm>
            <a:off x="637223" y="8431847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56" name="c_lc_err_0_vertical">
            <a:extLst>
              <a:ext uri="{FF2B5EF4-FFF2-40B4-BE49-F238E27FC236}">
                <a16:creationId xmlns:a16="http://schemas.microsoft.com/office/drawing/2014/main" id="{D283FCA2-9088-46A2-96E2-8658081CC6A5}"/>
              </a:ext>
            </a:extLst>
          </p:cNvPr>
          <p:cNvSpPr>
            <a:spLocks noGrp="1"/>
          </p:cNvSpPr>
          <p:nvPr/>
        </p:nvSpPr>
        <p:spPr>
          <a:xfrm>
            <a:off x="666750" y="8385174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57" name="c_lc_err_0_top">
            <a:extLst>
              <a:ext uri="{FF2B5EF4-FFF2-40B4-BE49-F238E27FC236}">
                <a16:creationId xmlns:a16="http://schemas.microsoft.com/office/drawing/2014/main" id="{8C4D67F7-1C5C-4762-81C2-85F4A4D8D82C}"/>
              </a:ext>
            </a:extLst>
          </p:cNvPr>
          <p:cNvSpPr>
            <a:spLocks noGrp="1"/>
          </p:cNvSpPr>
          <p:nvPr/>
        </p:nvSpPr>
        <p:spPr>
          <a:xfrm>
            <a:off x="633413" y="83851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58" name="c_lc_err_0_bottom">
            <a:extLst>
              <a:ext uri="{FF2B5EF4-FFF2-40B4-BE49-F238E27FC236}">
                <a16:creationId xmlns:a16="http://schemas.microsoft.com/office/drawing/2014/main" id="{456DAA43-7D7D-43A0-9D28-8B08CA890D02}"/>
              </a:ext>
            </a:extLst>
          </p:cNvPr>
          <p:cNvSpPr>
            <a:spLocks noGrp="1"/>
          </p:cNvSpPr>
          <p:nvPr/>
        </p:nvSpPr>
        <p:spPr>
          <a:xfrm>
            <a:off x="633413" y="85375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59" name="c_lc_pt_1">
            <a:extLst>
              <a:ext uri="{FF2B5EF4-FFF2-40B4-BE49-F238E27FC236}">
                <a16:creationId xmlns:a16="http://schemas.microsoft.com/office/drawing/2014/main" id="{D69448FE-91C0-4778-B783-39AF4122790D}"/>
              </a:ext>
            </a:extLst>
          </p:cNvPr>
          <p:cNvSpPr>
            <a:spLocks noGrp="1"/>
          </p:cNvSpPr>
          <p:nvPr/>
        </p:nvSpPr>
        <p:spPr>
          <a:xfrm>
            <a:off x="951548" y="844137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60" name="c_lc_err_1_vertical">
            <a:extLst>
              <a:ext uri="{FF2B5EF4-FFF2-40B4-BE49-F238E27FC236}">
                <a16:creationId xmlns:a16="http://schemas.microsoft.com/office/drawing/2014/main" id="{01CACFE8-EC8A-490E-B555-8DE9F7CAD4FA}"/>
              </a:ext>
            </a:extLst>
          </p:cNvPr>
          <p:cNvSpPr>
            <a:spLocks noGrp="1"/>
          </p:cNvSpPr>
          <p:nvPr/>
        </p:nvSpPr>
        <p:spPr>
          <a:xfrm>
            <a:off x="981075" y="839469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1" name="c_lc_err_1_top">
            <a:extLst>
              <a:ext uri="{FF2B5EF4-FFF2-40B4-BE49-F238E27FC236}">
                <a16:creationId xmlns:a16="http://schemas.microsoft.com/office/drawing/2014/main" id="{7C67985F-1A9D-49AA-A182-0393C56C39D1}"/>
              </a:ext>
            </a:extLst>
          </p:cNvPr>
          <p:cNvSpPr>
            <a:spLocks noGrp="1"/>
          </p:cNvSpPr>
          <p:nvPr/>
        </p:nvSpPr>
        <p:spPr>
          <a:xfrm>
            <a:off x="947738" y="839469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2" name="c_lc_err_1_bottom">
            <a:extLst>
              <a:ext uri="{FF2B5EF4-FFF2-40B4-BE49-F238E27FC236}">
                <a16:creationId xmlns:a16="http://schemas.microsoft.com/office/drawing/2014/main" id="{8F85E717-3F40-47A3-A2F9-59B60C47C7C8}"/>
              </a:ext>
            </a:extLst>
          </p:cNvPr>
          <p:cNvSpPr>
            <a:spLocks noGrp="1"/>
          </p:cNvSpPr>
          <p:nvPr/>
        </p:nvSpPr>
        <p:spPr>
          <a:xfrm>
            <a:off x="947738" y="854709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3" name="c_lc_pt_2">
            <a:extLst>
              <a:ext uri="{FF2B5EF4-FFF2-40B4-BE49-F238E27FC236}">
                <a16:creationId xmlns:a16="http://schemas.microsoft.com/office/drawing/2014/main" id="{FB32BD85-0C76-407B-827C-C4DE295E6CB1}"/>
              </a:ext>
            </a:extLst>
          </p:cNvPr>
          <p:cNvSpPr>
            <a:spLocks noGrp="1"/>
          </p:cNvSpPr>
          <p:nvPr/>
        </p:nvSpPr>
        <p:spPr>
          <a:xfrm>
            <a:off x="1275398" y="8469947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64" name="c_lc_err_2_vertical">
            <a:extLst>
              <a:ext uri="{FF2B5EF4-FFF2-40B4-BE49-F238E27FC236}">
                <a16:creationId xmlns:a16="http://schemas.microsoft.com/office/drawing/2014/main" id="{5C0EE91A-A791-4B8E-B4AD-A71BA2DB15B5}"/>
              </a:ext>
            </a:extLst>
          </p:cNvPr>
          <p:cNvSpPr>
            <a:spLocks noGrp="1"/>
          </p:cNvSpPr>
          <p:nvPr/>
        </p:nvSpPr>
        <p:spPr>
          <a:xfrm>
            <a:off x="1304925" y="8423274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5" name="c_lc_err_2_top">
            <a:extLst>
              <a:ext uri="{FF2B5EF4-FFF2-40B4-BE49-F238E27FC236}">
                <a16:creationId xmlns:a16="http://schemas.microsoft.com/office/drawing/2014/main" id="{29046E36-214A-4F8B-B05E-FC9455FFAB58}"/>
              </a:ext>
            </a:extLst>
          </p:cNvPr>
          <p:cNvSpPr>
            <a:spLocks noGrp="1"/>
          </p:cNvSpPr>
          <p:nvPr/>
        </p:nvSpPr>
        <p:spPr>
          <a:xfrm>
            <a:off x="1271588" y="84232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6" name="c_lc_err_2_bottom">
            <a:extLst>
              <a:ext uri="{FF2B5EF4-FFF2-40B4-BE49-F238E27FC236}">
                <a16:creationId xmlns:a16="http://schemas.microsoft.com/office/drawing/2014/main" id="{8576D9CC-49AA-41ED-AE4F-2135F0001DD3}"/>
              </a:ext>
            </a:extLst>
          </p:cNvPr>
          <p:cNvSpPr>
            <a:spLocks noGrp="1"/>
          </p:cNvSpPr>
          <p:nvPr/>
        </p:nvSpPr>
        <p:spPr>
          <a:xfrm>
            <a:off x="1271588" y="85756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7" name="c_lc_pt_3">
            <a:extLst>
              <a:ext uri="{FF2B5EF4-FFF2-40B4-BE49-F238E27FC236}">
                <a16:creationId xmlns:a16="http://schemas.microsoft.com/office/drawing/2014/main" id="{983B5D4A-B0E2-4701-9D8F-DB75F1385E09}"/>
              </a:ext>
            </a:extLst>
          </p:cNvPr>
          <p:cNvSpPr>
            <a:spLocks noGrp="1"/>
          </p:cNvSpPr>
          <p:nvPr/>
        </p:nvSpPr>
        <p:spPr>
          <a:xfrm>
            <a:off x="1589723" y="85366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68" name="c_lc_err_3_vertical">
            <a:extLst>
              <a:ext uri="{FF2B5EF4-FFF2-40B4-BE49-F238E27FC236}">
                <a16:creationId xmlns:a16="http://schemas.microsoft.com/office/drawing/2014/main" id="{F1277D4F-72A6-430C-B337-4977EC5DF5E2}"/>
              </a:ext>
            </a:extLst>
          </p:cNvPr>
          <p:cNvSpPr>
            <a:spLocks noGrp="1"/>
          </p:cNvSpPr>
          <p:nvPr/>
        </p:nvSpPr>
        <p:spPr>
          <a:xfrm>
            <a:off x="1619250" y="84899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69" name="c_lc_err_3_top">
            <a:extLst>
              <a:ext uri="{FF2B5EF4-FFF2-40B4-BE49-F238E27FC236}">
                <a16:creationId xmlns:a16="http://schemas.microsoft.com/office/drawing/2014/main" id="{B31AEC38-D151-4FAF-858A-E04BBDC92CB1}"/>
              </a:ext>
            </a:extLst>
          </p:cNvPr>
          <p:cNvSpPr>
            <a:spLocks noGrp="1"/>
          </p:cNvSpPr>
          <p:nvPr/>
        </p:nvSpPr>
        <p:spPr>
          <a:xfrm>
            <a:off x="1585913" y="84899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0" name="c_lc_err_3_bottom">
            <a:extLst>
              <a:ext uri="{FF2B5EF4-FFF2-40B4-BE49-F238E27FC236}">
                <a16:creationId xmlns:a16="http://schemas.microsoft.com/office/drawing/2014/main" id="{41295878-6EF3-45A4-B830-59240843DBAC}"/>
              </a:ext>
            </a:extLst>
          </p:cNvPr>
          <p:cNvSpPr>
            <a:spLocks noGrp="1"/>
          </p:cNvSpPr>
          <p:nvPr/>
        </p:nvSpPr>
        <p:spPr>
          <a:xfrm>
            <a:off x="1585913" y="86423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1" name="c_lc_pt_4">
            <a:extLst>
              <a:ext uri="{FF2B5EF4-FFF2-40B4-BE49-F238E27FC236}">
                <a16:creationId xmlns:a16="http://schemas.microsoft.com/office/drawing/2014/main" id="{817C9ED2-A636-4AFF-A3EE-3F58789503A3}"/>
              </a:ext>
            </a:extLst>
          </p:cNvPr>
          <p:cNvSpPr>
            <a:spLocks noGrp="1"/>
          </p:cNvSpPr>
          <p:nvPr/>
        </p:nvSpPr>
        <p:spPr>
          <a:xfrm>
            <a:off x="1894523" y="86890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72" name="c_lc_err_4_vertical">
            <a:extLst>
              <a:ext uri="{FF2B5EF4-FFF2-40B4-BE49-F238E27FC236}">
                <a16:creationId xmlns:a16="http://schemas.microsoft.com/office/drawing/2014/main" id="{C161D739-202C-4F91-BB19-8E331F0070E3}"/>
              </a:ext>
            </a:extLst>
          </p:cNvPr>
          <p:cNvSpPr>
            <a:spLocks noGrp="1"/>
          </p:cNvSpPr>
          <p:nvPr/>
        </p:nvSpPr>
        <p:spPr>
          <a:xfrm>
            <a:off x="1924050" y="86423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3" name="c_lc_err_4_top">
            <a:extLst>
              <a:ext uri="{FF2B5EF4-FFF2-40B4-BE49-F238E27FC236}">
                <a16:creationId xmlns:a16="http://schemas.microsoft.com/office/drawing/2014/main" id="{B87336D9-9526-4ED5-BAF4-EFD5125A98D1}"/>
              </a:ext>
            </a:extLst>
          </p:cNvPr>
          <p:cNvSpPr>
            <a:spLocks noGrp="1"/>
          </p:cNvSpPr>
          <p:nvPr/>
        </p:nvSpPr>
        <p:spPr>
          <a:xfrm>
            <a:off x="1890713" y="86423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4" name="c_lc_err_4_bottom">
            <a:extLst>
              <a:ext uri="{FF2B5EF4-FFF2-40B4-BE49-F238E27FC236}">
                <a16:creationId xmlns:a16="http://schemas.microsoft.com/office/drawing/2014/main" id="{CC1753F8-BDC4-4AF9-AB66-84031A68C084}"/>
              </a:ext>
            </a:extLst>
          </p:cNvPr>
          <p:cNvSpPr>
            <a:spLocks noGrp="1"/>
          </p:cNvSpPr>
          <p:nvPr/>
        </p:nvSpPr>
        <p:spPr>
          <a:xfrm>
            <a:off x="1890713" y="87947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5" name="c_lc_pt_5">
            <a:extLst>
              <a:ext uri="{FF2B5EF4-FFF2-40B4-BE49-F238E27FC236}">
                <a16:creationId xmlns:a16="http://schemas.microsoft.com/office/drawing/2014/main" id="{EDA85C35-1079-4C0D-94E4-5E85D51CED47}"/>
              </a:ext>
            </a:extLst>
          </p:cNvPr>
          <p:cNvSpPr>
            <a:spLocks noGrp="1"/>
          </p:cNvSpPr>
          <p:nvPr/>
        </p:nvSpPr>
        <p:spPr>
          <a:xfrm>
            <a:off x="2142173" y="89938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76" name="c_lc_err_5_vertical">
            <a:extLst>
              <a:ext uri="{FF2B5EF4-FFF2-40B4-BE49-F238E27FC236}">
                <a16:creationId xmlns:a16="http://schemas.microsoft.com/office/drawing/2014/main" id="{5A03DFFB-FF77-476C-BD86-3864B0E76203}"/>
              </a:ext>
            </a:extLst>
          </p:cNvPr>
          <p:cNvSpPr>
            <a:spLocks noGrp="1"/>
          </p:cNvSpPr>
          <p:nvPr/>
        </p:nvSpPr>
        <p:spPr>
          <a:xfrm>
            <a:off x="2171700" y="89471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7" name="c_lc_err_5_top">
            <a:extLst>
              <a:ext uri="{FF2B5EF4-FFF2-40B4-BE49-F238E27FC236}">
                <a16:creationId xmlns:a16="http://schemas.microsoft.com/office/drawing/2014/main" id="{EDF6E6DE-AAF8-4A48-9CE9-D937CB0BA27D}"/>
              </a:ext>
            </a:extLst>
          </p:cNvPr>
          <p:cNvSpPr>
            <a:spLocks noGrp="1"/>
          </p:cNvSpPr>
          <p:nvPr/>
        </p:nvSpPr>
        <p:spPr>
          <a:xfrm>
            <a:off x="2138363" y="89471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8" name="c_lc_err_5_bottom">
            <a:extLst>
              <a:ext uri="{FF2B5EF4-FFF2-40B4-BE49-F238E27FC236}">
                <a16:creationId xmlns:a16="http://schemas.microsoft.com/office/drawing/2014/main" id="{BE303106-B4D0-480A-8F4C-3E6252E8F8DB}"/>
              </a:ext>
            </a:extLst>
          </p:cNvPr>
          <p:cNvSpPr>
            <a:spLocks noGrp="1"/>
          </p:cNvSpPr>
          <p:nvPr/>
        </p:nvSpPr>
        <p:spPr>
          <a:xfrm>
            <a:off x="2138363" y="90995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79" name="c_lc_pt_6">
            <a:extLst>
              <a:ext uri="{FF2B5EF4-FFF2-40B4-BE49-F238E27FC236}">
                <a16:creationId xmlns:a16="http://schemas.microsoft.com/office/drawing/2014/main" id="{3B347C5F-767E-4C77-9562-D417ABF503C8}"/>
              </a:ext>
            </a:extLst>
          </p:cNvPr>
          <p:cNvSpPr>
            <a:spLocks noGrp="1"/>
          </p:cNvSpPr>
          <p:nvPr/>
        </p:nvSpPr>
        <p:spPr>
          <a:xfrm>
            <a:off x="2351723" y="93367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80" name="c_lc_err_6_vertical">
            <a:extLst>
              <a:ext uri="{FF2B5EF4-FFF2-40B4-BE49-F238E27FC236}">
                <a16:creationId xmlns:a16="http://schemas.microsoft.com/office/drawing/2014/main" id="{AD46354B-01C7-4A6B-AFAC-517C4F2BB059}"/>
              </a:ext>
            </a:extLst>
          </p:cNvPr>
          <p:cNvSpPr>
            <a:spLocks noGrp="1"/>
          </p:cNvSpPr>
          <p:nvPr/>
        </p:nvSpPr>
        <p:spPr>
          <a:xfrm>
            <a:off x="2381250" y="92900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1" name="c_lc_err_6_top">
            <a:extLst>
              <a:ext uri="{FF2B5EF4-FFF2-40B4-BE49-F238E27FC236}">
                <a16:creationId xmlns:a16="http://schemas.microsoft.com/office/drawing/2014/main" id="{8412C41E-5896-4135-B46C-524C1B90A4B3}"/>
              </a:ext>
            </a:extLst>
          </p:cNvPr>
          <p:cNvSpPr>
            <a:spLocks noGrp="1"/>
          </p:cNvSpPr>
          <p:nvPr/>
        </p:nvSpPr>
        <p:spPr>
          <a:xfrm>
            <a:off x="2347913" y="92900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2" name="c_lc_err_6_bottom">
            <a:extLst>
              <a:ext uri="{FF2B5EF4-FFF2-40B4-BE49-F238E27FC236}">
                <a16:creationId xmlns:a16="http://schemas.microsoft.com/office/drawing/2014/main" id="{59496413-2AF8-4D53-8980-1F373225B8D5}"/>
              </a:ext>
            </a:extLst>
          </p:cNvPr>
          <p:cNvSpPr>
            <a:spLocks noGrp="1"/>
          </p:cNvSpPr>
          <p:nvPr/>
        </p:nvSpPr>
        <p:spPr>
          <a:xfrm>
            <a:off x="2347913" y="94424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3" name="c_lc_pt_7">
            <a:extLst>
              <a:ext uri="{FF2B5EF4-FFF2-40B4-BE49-F238E27FC236}">
                <a16:creationId xmlns:a16="http://schemas.microsoft.com/office/drawing/2014/main" id="{93D5C09D-E590-4343-8CC2-1BDB3AFE9D7E}"/>
              </a:ext>
            </a:extLst>
          </p:cNvPr>
          <p:cNvSpPr>
            <a:spLocks noGrp="1"/>
          </p:cNvSpPr>
          <p:nvPr/>
        </p:nvSpPr>
        <p:spPr>
          <a:xfrm>
            <a:off x="2599373" y="95653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84" name="c_lc_err_7_vertical">
            <a:extLst>
              <a:ext uri="{FF2B5EF4-FFF2-40B4-BE49-F238E27FC236}">
                <a16:creationId xmlns:a16="http://schemas.microsoft.com/office/drawing/2014/main" id="{82AE4162-C820-4254-BF9C-56779A5533E1}"/>
              </a:ext>
            </a:extLst>
          </p:cNvPr>
          <p:cNvSpPr>
            <a:spLocks noGrp="1"/>
          </p:cNvSpPr>
          <p:nvPr/>
        </p:nvSpPr>
        <p:spPr>
          <a:xfrm>
            <a:off x="2628900" y="95186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5" name="c_lc_err_7_top">
            <a:extLst>
              <a:ext uri="{FF2B5EF4-FFF2-40B4-BE49-F238E27FC236}">
                <a16:creationId xmlns:a16="http://schemas.microsoft.com/office/drawing/2014/main" id="{77FAC4C6-856C-4ED9-8979-34AA7C323B04}"/>
              </a:ext>
            </a:extLst>
          </p:cNvPr>
          <p:cNvSpPr>
            <a:spLocks noGrp="1"/>
          </p:cNvSpPr>
          <p:nvPr/>
        </p:nvSpPr>
        <p:spPr>
          <a:xfrm>
            <a:off x="2595563" y="95186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6" name="c_lc_err_7_bottom">
            <a:extLst>
              <a:ext uri="{FF2B5EF4-FFF2-40B4-BE49-F238E27FC236}">
                <a16:creationId xmlns:a16="http://schemas.microsoft.com/office/drawing/2014/main" id="{DD84FCC6-EDEF-4873-A508-82C469C67CCC}"/>
              </a:ext>
            </a:extLst>
          </p:cNvPr>
          <p:cNvSpPr>
            <a:spLocks noGrp="1"/>
          </p:cNvSpPr>
          <p:nvPr/>
        </p:nvSpPr>
        <p:spPr>
          <a:xfrm>
            <a:off x="2595563" y="96710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7" name="c_lc_pt_8">
            <a:extLst>
              <a:ext uri="{FF2B5EF4-FFF2-40B4-BE49-F238E27FC236}">
                <a16:creationId xmlns:a16="http://schemas.microsoft.com/office/drawing/2014/main" id="{5C358F2B-A9AB-4F11-9F09-98AC9536BD42}"/>
              </a:ext>
            </a:extLst>
          </p:cNvPr>
          <p:cNvSpPr>
            <a:spLocks noGrp="1"/>
          </p:cNvSpPr>
          <p:nvPr/>
        </p:nvSpPr>
        <p:spPr>
          <a:xfrm>
            <a:off x="2856548" y="9641522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88" name="c_lc_err_8_vertical">
            <a:extLst>
              <a:ext uri="{FF2B5EF4-FFF2-40B4-BE49-F238E27FC236}">
                <a16:creationId xmlns:a16="http://schemas.microsoft.com/office/drawing/2014/main" id="{9A35AE1A-98BF-4C20-82E2-87BD4F65F175}"/>
              </a:ext>
            </a:extLst>
          </p:cNvPr>
          <p:cNvSpPr>
            <a:spLocks noGrp="1"/>
          </p:cNvSpPr>
          <p:nvPr/>
        </p:nvSpPr>
        <p:spPr>
          <a:xfrm>
            <a:off x="2886075" y="9594849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89" name="c_lc_err_8_top">
            <a:extLst>
              <a:ext uri="{FF2B5EF4-FFF2-40B4-BE49-F238E27FC236}">
                <a16:creationId xmlns:a16="http://schemas.microsoft.com/office/drawing/2014/main" id="{880EDBF3-FB92-4968-97AB-2A7FA5BFD370}"/>
              </a:ext>
            </a:extLst>
          </p:cNvPr>
          <p:cNvSpPr>
            <a:spLocks noGrp="1"/>
          </p:cNvSpPr>
          <p:nvPr/>
        </p:nvSpPr>
        <p:spPr>
          <a:xfrm>
            <a:off x="2852738" y="95948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90" name="c_lc_err_8_bottom">
            <a:extLst>
              <a:ext uri="{FF2B5EF4-FFF2-40B4-BE49-F238E27FC236}">
                <a16:creationId xmlns:a16="http://schemas.microsoft.com/office/drawing/2014/main" id="{A2C57305-99F7-452D-858F-2338008374E2}"/>
              </a:ext>
            </a:extLst>
          </p:cNvPr>
          <p:cNvSpPr>
            <a:spLocks noGrp="1"/>
          </p:cNvSpPr>
          <p:nvPr/>
        </p:nvSpPr>
        <p:spPr>
          <a:xfrm>
            <a:off x="2852738" y="9747249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91" name="c_lc_pt_9">
            <a:extLst>
              <a:ext uri="{FF2B5EF4-FFF2-40B4-BE49-F238E27FC236}">
                <a16:creationId xmlns:a16="http://schemas.microsoft.com/office/drawing/2014/main" id="{18CAD280-03AA-48C0-8685-117B3BFE3A6B}"/>
              </a:ext>
            </a:extLst>
          </p:cNvPr>
          <p:cNvSpPr>
            <a:spLocks noGrp="1"/>
          </p:cNvSpPr>
          <p:nvPr/>
        </p:nvSpPr>
        <p:spPr>
          <a:xfrm>
            <a:off x="3056573" y="9651047"/>
            <a:ext cx="59055" cy="59055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solid"/>
          </a:ln>
        </p:spPr>
      </p:sp>
      <p:sp>
        <p:nvSpPr>
          <p:cNvPr id="692" name="c_lc_err_9_vertical">
            <a:extLst>
              <a:ext uri="{FF2B5EF4-FFF2-40B4-BE49-F238E27FC236}">
                <a16:creationId xmlns:a16="http://schemas.microsoft.com/office/drawing/2014/main" id="{064D555F-72AF-49FE-8F14-10357B429BF2}"/>
              </a:ext>
            </a:extLst>
          </p:cNvPr>
          <p:cNvSpPr>
            <a:spLocks noGrp="1"/>
          </p:cNvSpPr>
          <p:nvPr/>
        </p:nvSpPr>
        <p:spPr>
          <a:xfrm>
            <a:off x="3086100" y="9604374"/>
            <a:ext cx="0" cy="15240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93" name="c_lc_err_9_top">
            <a:extLst>
              <a:ext uri="{FF2B5EF4-FFF2-40B4-BE49-F238E27FC236}">
                <a16:creationId xmlns:a16="http://schemas.microsoft.com/office/drawing/2014/main" id="{C9378AF6-21A8-44B9-9DE8-CFF2B8F8D16F}"/>
              </a:ext>
            </a:extLst>
          </p:cNvPr>
          <p:cNvSpPr>
            <a:spLocks noGrp="1"/>
          </p:cNvSpPr>
          <p:nvPr/>
        </p:nvSpPr>
        <p:spPr>
          <a:xfrm>
            <a:off x="3052763" y="96043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94" name="c_lc_err_9_bottom">
            <a:extLst>
              <a:ext uri="{FF2B5EF4-FFF2-40B4-BE49-F238E27FC236}">
                <a16:creationId xmlns:a16="http://schemas.microsoft.com/office/drawing/2014/main" id="{CA399831-5623-471E-8F21-FA5B81C3738A}"/>
              </a:ext>
            </a:extLst>
          </p:cNvPr>
          <p:cNvSpPr>
            <a:spLocks noGrp="1"/>
          </p:cNvSpPr>
          <p:nvPr/>
        </p:nvSpPr>
        <p:spPr>
          <a:xfrm>
            <a:off x="3052763" y="9756774"/>
            <a:ext cx="66675" cy="0"/>
          </a:xfrm>
          <a:prstGeom prst="line">
            <a:avLst/>
          </a:prstGeom>
          <a:noFill/>
          <a:ln w="9525">
            <a:solidFill>
              <a:srgbClr val="058ED3"/>
            </a:solidFill>
            <a:prstDash val="solid"/>
          </a:ln>
        </p:spPr>
      </p:sp>
      <p:sp>
        <p:nvSpPr>
          <p:cNvPr id="695" name="c_lc_half">
            <a:extLst>
              <a:ext uri="{FF2B5EF4-FFF2-40B4-BE49-F238E27FC236}">
                <a16:creationId xmlns:a16="http://schemas.microsoft.com/office/drawing/2014/main" id="{B856E527-7FB2-45A5-AE27-9E7C8FFAF603}"/>
              </a:ext>
            </a:extLst>
          </p:cNvPr>
          <p:cNvSpPr>
            <a:spLocks noGrp="1"/>
          </p:cNvSpPr>
          <p:nvPr/>
        </p:nvSpPr>
        <p:spPr>
          <a:xfrm>
            <a:off x="590550" y="9080499"/>
            <a:ext cx="2514600" cy="0"/>
          </a:xfrm>
          <a:prstGeom prst="line">
            <a:avLst/>
          </a:prstGeom>
          <a:noFill/>
          <a:ln w="9525">
            <a:solidFill>
              <a:srgbClr val="7B8794"/>
            </a:solidFill>
            <a:prstDash val="dash"/>
          </a:ln>
        </p:spPr>
      </p:sp>
      <p:sp>
        <p:nvSpPr>
          <p:cNvPr id="696" name="c_lc_cross">
            <a:extLst>
              <a:ext uri="{FF2B5EF4-FFF2-40B4-BE49-F238E27FC236}">
                <a16:creationId xmlns:a16="http://schemas.microsoft.com/office/drawing/2014/main" id="{F29FAAE8-9DD7-44B0-903E-8F04DFAA0601}"/>
              </a:ext>
            </a:extLst>
          </p:cNvPr>
          <p:cNvSpPr>
            <a:spLocks noGrp="1"/>
          </p:cNvSpPr>
          <p:nvPr/>
        </p:nvSpPr>
        <p:spPr>
          <a:xfrm>
            <a:off x="2171700" y="9080499"/>
            <a:ext cx="0" cy="647700"/>
          </a:xfrm>
          <a:prstGeom prst="line">
            <a:avLst/>
          </a:prstGeom>
          <a:noFill/>
          <a:ln w="9525">
            <a:solidFill>
              <a:srgbClr val="A8B0B8"/>
            </a:solidFill>
            <a:prstDash val="dash"/>
          </a:ln>
        </p:spPr>
      </p:sp>
      <p:sp>
        <p:nvSpPr>
          <p:cNvPr id="697" name="c_lc50_label">
            <a:extLst>
              <a:ext uri="{FF2B5EF4-FFF2-40B4-BE49-F238E27FC236}">
                <a16:creationId xmlns:a16="http://schemas.microsoft.com/office/drawing/2014/main" id="{3A50696D-C019-4B71-9C4D-6F4CFEC777B6}"/>
              </a:ext>
            </a:extLst>
          </p:cNvPr>
          <p:cNvSpPr>
            <a:spLocks noGrp="1"/>
          </p:cNvSpPr>
          <p:nvPr/>
        </p:nvSpPr>
        <p:spPr>
          <a:xfrm>
            <a:off x="1619250" y="9290049"/>
            <a:ext cx="6096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 i="0">
                <a:solidFill>
                  <a:srgbClr val="058ED3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58ED3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LC₅₀</a:t>
            </a:r>
          </a:p>
        </p:txBody>
      </p:sp>
      <p:sp>
        <p:nvSpPr>
          <p:cNvPr id="699" name="c_transfer_title_1">
            <a:extLst>
              <a:ext uri="{FF2B5EF4-FFF2-40B4-BE49-F238E27FC236}">
                <a16:creationId xmlns:a16="http://schemas.microsoft.com/office/drawing/2014/main" id="{B3D74ED5-F6A9-48D1-8595-FD59CD63DFDF}"/>
              </a:ext>
            </a:extLst>
          </p:cNvPr>
          <p:cNvSpPr>
            <a:spLocks noGrp="1"/>
          </p:cNvSpPr>
          <p:nvPr/>
        </p:nvSpPr>
        <p:spPr>
          <a:xfrm>
            <a:off x="4448175" y="6461124"/>
            <a:ext cx="9334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Shuffled</a:t>
            </a:r>
          </a:p>
        </p:txBody>
      </p:sp>
      <p:sp>
        <p:nvSpPr>
          <p:cNvPr id="700" name="c_transfer_title_2">
            <a:extLst>
              <a:ext uri="{FF2B5EF4-FFF2-40B4-BE49-F238E27FC236}">
                <a16:creationId xmlns:a16="http://schemas.microsoft.com/office/drawing/2014/main" id="{0C98AB5C-06F3-470B-ACFE-E284C60B053B}"/>
              </a:ext>
            </a:extLst>
          </p:cNvPr>
          <p:cNvSpPr>
            <a:spLocks noGrp="1"/>
          </p:cNvSpPr>
          <p:nvPr/>
        </p:nvSpPr>
        <p:spPr>
          <a:xfrm>
            <a:off x="5448300" y="6461124"/>
            <a:ext cx="9334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9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</a:t>
            </a:r>
          </a:p>
        </p:txBody>
      </p:sp>
      <p:sp>
        <p:nvSpPr>
          <p:cNvPr id="701" name="c_transfer_div_1">
            <a:extLst>
              <a:ext uri="{FF2B5EF4-FFF2-40B4-BE49-F238E27FC236}">
                <a16:creationId xmlns:a16="http://schemas.microsoft.com/office/drawing/2014/main" id="{8E9B159F-A713-472B-BB00-6D089916029A}"/>
              </a:ext>
            </a:extLst>
          </p:cNvPr>
          <p:cNvSpPr>
            <a:spLocks noGrp="1"/>
          </p:cNvSpPr>
          <p:nvPr/>
        </p:nvSpPr>
        <p:spPr>
          <a:xfrm>
            <a:off x="4410075" y="6508749"/>
            <a:ext cx="0" cy="1390650"/>
          </a:xfrm>
          <a:prstGeom prst="line">
            <a:avLst/>
          </a:prstGeom>
          <a:noFill/>
          <a:ln w="9525">
            <a:solidFill>
              <a:srgbClr val="8DD6F7"/>
            </a:solidFill>
            <a:prstDash val="solid"/>
          </a:ln>
        </p:spPr>
      </p:sp>
      <p:sp>
        <p:nvSpPr>
          <p:cNvPr id="702" name="c_transfer_div_2">
            <a:extLst>
              <a:ext uri="{FF2B5EF4-FFF2-40B4-BE49-F238E27FC236}">
                <a16:creationId xmlns:a16="http://schemas.microsoft.com/office/drawing/2014/main" id="{C72891AD-9092-4FB0-8283-267FF08E6284}"/>
              </a:ext>
            </a:extLst>
          </p:cNvPr>
          <p:cNvSpPr>
            <a:spLocks noGrp="1"/>
          </p:cNvSpPr>
          <p:nvPr/>
        </p:nvSpPr>
        <p:spPr>
          <a:xfrm>
            <a:off x="5410200" y="6508749"/>
            <a:ext cx="0" cy="1390650"/>
          </a:xfrm>
          <a:prstGeom prst="line">
            <a:avLst/>
          </a:prstGeom>
          <a:noFill/>
          <a:ln w="9525">
            <a:solidFill>
              <a:srgbClr val="8DD6F7"/>
            </a:solidFill>
            <a:prstDash val="solid"/>
          </a:ln>
        </p:spPr>
      </p:sp>
      <p:pic>
        <p:nvPicPr>
          <p:cNvPr id="1266" name="图形 1265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>
            <a:off x="3476625" y="6737349"/>
            <a:ext cx="371475" cy="228600"/>
          </a:xfrm>
          <a:prstGeom prst="rect">
            <a:avLst/>
          </a:prstGeom>
        </p:spPr>
      </p:pic>
      <p:pic>
        <p:nvPicPr>
          <p:cNvPr id="1267" name="图形 1266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/>
        </p:blipFill>
        <p:spPr>
          <a:xfrm>
            <a:off x="3571875" y="6870699"/>
            <a:ext cx="371475" cy="228600"/>
          </a:xfrm>
          <a:prstGeom prst="rect">
            <a:avLst/>
          </a:prstGeom>
        </p:spPr>
      </p:pic>
      <p:pic>
        <p:nvPicPr>
          <p:cNvPr id="1268" name="图形 1267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3943350" y="6718299"/>
            <a:ext cx="266700" cy="266700"/>
          </a:xfrm>
          <a:prstGeom prst="rect">
            <a:avLst/>
          </a:prstGeom>
        </p:spPr>
      </p:pic>
      <p:pic>
        <p:nvPicPr>
          <p:cNvPr id="1269" name="图形 1268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4124325" y="6870699"/>
            <a:ext cx="266700" cy="266700"/>
          </a:xfrm>
          <a:prstGeom prst="rect">
            <a:avLst/>
          </a:prstGeom>
        </p:spPr>
      </p:pic>
      <p:pic>
        <p:nvPicPr>
          <p:cNvPr id="1272" name="图形 1271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/>
        </p:blipFill>
        <p:spPr>
          <a:xfrm>
            <a:off x="4381500" y="6737349"/>
            <a:ext cx="371475" cy="228600"/>
          </a:xfrm>
          <a:prstGeom prst="rect">
            <a:avLst/>
          </a:prstGeom>
        </p:spPr>
      </p:pic>
      <p:pic>
        <p:nvPicPr>
          <p:cNvPr id="1273" name="图形 1272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/>
        </p:blipFill>
        <p:spPr>
          <a:xfrm>
            <a:off x="4495800" y="6870699"/>
            <a:ext cx="371475" cy="228600"/>
          </a:xfrm>
          <a:prstGeom prst="rect">
            <a:avLst/>
          </a:prstGeom>
        </p:spPr>
      </p:pic>
      <p:sp>
        <p:nvSpPr>
          <p:cNvPr id="711" name="c_shuffled_cross">
            <a:extLst>
              <a:ext uri="{FF2B5EF4-FFF2-40B4-BE49-F238E27FC236}">
                <a16:creationId xmlns:a16="http://schemas.microsoft.com/office/drawing/2014/main" id="{177190A8-DDF5-4B38-82A5-9001D7BC62CA}"/>
              </a:ext>
            </a:extLst>
          </p:cNvPr>
          <p:cNvSpPr>
            <a:spLocks noGrp="1"/>
          </p:cNvSpPr>
          <p:nvPr/>
        </p:nvSpPr>
        <p:spPr>
          <a:xfrm>
            <a:off x="4829175" y="6765924"/>
            <a:ext cx="2095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×</a:t>
            </a:r>
          </a:p>
        </p:txBody>
      </p:sp>
      <p:pic>
        <p:nvPicPr>
          <p:cNvPr id="1275" name="图形 1274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5019675" y="6718299"/>
            <a:ext cx="257175" cy="257175"/>
          </a:xfrm>
          <a:prstGeom prst="rect">
            <a:avLst/>
          </a:prstGeom>
        </p:spPr>
      </p:pic>
      <p:pic>
        <p:nvPicPr>
          <p:cNvPr id="1276" name="图形 1275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5172075" y="6870699"/>
            <a:ext cx="257175" cy="257175"/>
          </a:xfrm>
          <a:prstGeom prst="rect">
            <a:avLst/>
          </a:prstGeom>
        </p:spPr>
      </p:pic>
      <p:pic>
        <p:nvPicPr>
          <p:cNvPr id="1277" name="图形 1276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/>
        </p:blipFill>
        <p:spPr>
          <a:xfrm>
            <a:off x="5426075" y="6737349"/>
            <a:ext cx="371475" cy="228600"/>
          </a:xfrm>
          <a:prstGeom prst="rect">
            <a:avLst/>
          </a:prstGeom>
        </p:spPr>
      </p:pic>
      <p:pic>
        <p:nvPicPr>
          <p:cNvPr id="1278" name="图形 1277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/>
        </p:blipFill>
        <p:spPr>
          <a:xfrm>
            <a:off x="5540375" y="6870699"/>
            <a:ext cx="371475" cy="228600"/>
          </a:xfrm>
          <a:prstGeom prst="rect">
            <a:avLst/>
          </a:prstGeom>
        </p:spPr>
      </p:pic>
      <p:sp>
        <p:nvSpPr>
          <p:cNvPr id="716" name="c_transfer_arrow">
            <a:extLst>
              <a:ext uri="{FF2B5EF4-FFF2-40B4-BE49-F238E27FC236}">
                <a16:creationId xmlns:a16="http://schemas.microsoft.com/office/drawing/2014/main" id="{4FD3768F-897B-4657-B010-A42DFB3B32C4}"/>
              </a:ext>
            </a:extLst>
          </p:cNvPr>
          <p:cNvSpPr>
            <a:spLocks noGrp="1"/>
          </p:cNvSpPr>
          <p:nvPr/>
        </p:nvSpPr>
        <p:spPr>
          <a:xfrm>
            <a:off x="5873750" y="6851649"/>
            <a:ext cx="152400" cy="76200"/>
          </a:xfrm>
          <a:prstGeom prst="rightArrow">
            <a:avLst/>
          </a:prstGeom>
          <a:solidFill>
            <a:srgbClr val="058ED3"/>
          </a:solidFill>
          <a:ln w="4763">
            <a:solidFill>
              <a:srgbClr val="058ED3"/>
            </a:solidFill>
            <a:prstDash val="solid"/>
          </a:ln>
        </p:spPr>
      </p:sp>
      <p:pic>
        <p:nvPicPr>
          <p:cNvPr id="1280" name="图形 1279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6054725" y="6718299"/>
            <a:ext cx="257175" cy="257175"/>
          </a:xfrm>
          <a:prstGeom prst="rect">
            <a:avLst/>
          </a:prstGeom>
        </p:spPr>
      </p:pic>
      <p:pic>
        <p:nvPicPr>
          <p:cNvPr id="1281" name="图形 1280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6197600" y="6870699"/>
            <a:ext cx="257175" cy="257175"/>
          </a:xfrm>
          <a:prstGeom prst="rect">
            <a:avLst/>
          </a:prstGeom>
        </p:spPr>
      </p:pic>
      <p:sp>
        <p:nvSpPr>
          <p:cNvPr id="719" name="c_model_down_0">
            <a:extLst>
              <a:ext uri="{FF2B5EF4-FFF2-40B4-BE49-F238E27FC236}">
                <a16:creationId xmlns:a16="http://schemas.microsoft.com/office/drawing/2014/main" id="{2FFC49E5-756A-48AD-B4C0-3855E0ED8509}"/>
              </a:ext>
            </a:extLst>
          </p:cNvPr>
          <p:cNvSpPr>
            <a:spLocks noGrp="1"/>
          </p:cNvSpPr>
          <p:nvPr/>
        </p:nvSpPr>
        <p:spPr>
          <a:xfrm>
            <a:off x="3905250" y="7156449"/>
            <a:ext cx="104775" cy="228600"/>
          </a:xfrm>
          <a:prstGeom prst="downArrow">
            <a:avLst/>
          </a:prstGeom>
          <a:solidFill>
            <a:srgbClr val="7B8794"/>
          </a:solidFill>
          <a:ln w="4763">
            <a:solidFill>
              <a:srgbClr val="7B8794"/>
            </a:solidFill>
            <a:prstDash val="solid"/>
          </a:ln>
        </p:spPr>
      </p:sp>
      <p:sp>
        <p:nvSpPr>
          <p:cNvPr id="720" name="c_model_0">
            <a:extLst>
              <a:ext uri="{FF2B5EF4-FFF2-40B4-BE49-F238E27FC236}">
                <a16:creationId xmlns:a16="http://schemas.microsoft.com/office/drawing/2014/main" id="{CA85658E-1A37-4A94-B5D8-0F80F1A17A2C}"/>
              </a:ext>
            </a:extLst>
          </p:cNvPr>
          <p:cNvSpPr>
            <a:spLocks noGrp="1"/>
          </p:cNvSpPr>
          <p:nvPr/>
        </p:nvSpPr>
        <p:spPr>
          <a:xfrm>
            <a:off x="3714750" y="7404099"/>
            <a:ext cx="495300" cy="45720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58ED3"/>
            </a:solidFill>
            <a:prstDash val="solid"/>
          </a:ln>
        </p:spPr>
      </p:sp>
      <p:sp>
        <p:nvSpPr>
          <p:cNvPr id="721" name="c_model_0_label">
            <a:extLst>
              <a:ext uri="{FF2B5EF4-FFF2-40B4-BE49-F238E27FC236}">
                <a16:creationId xmlns:a16="http://schemas.microsoft.com/office/drawing/2014/main" id="{8046A1B4-FD33-4152-8635-331083E5D6EC}"/>
              </a:ext>
            </a:extLst>
          </p:cNvPr>
          <p:cNvSpPr>
            <a:spLocks noGrp="1"/>
          </p:cNvSpPr>
          <p:nvPr/>
        </p:nvSpPr>
        <p:spPr>
          <a:xfrm>
            <a:off x="3714750" y="7423149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 i="1">
                <a:solidFill>
                  <a:srgbClr val="058ED3"/>
                </a:solidFill>
                <a:latin typeface="Arial"/>
                <a:ea typeface="Arial"/>
                <a:cs typeface="Arial"/>
              </a:defRPr>
            </a:pPr>
            <a:r>
              <a:rPr sz="1600" b="1" i="1" dirty="0">
                <a:solidFill>
                  <a:srgbClr val="058ED3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722" name="c_model_down_1">
            <a:extLst>
              <a:ext uri="{FF2B5EF4-FFF2-40B4-BE49-F238E27FC236}">
                <a16:creationId xmlns:a16="http://schemas.microsoft.com/office/drawing/2014/main" id="{476A433A-84E7-4A0C-B597-49181AFC96B3}"/>
              </a:ext>
            </a:extLst>
          </p:cNvPr>
          <p:cNvSpPr>
            <a:spLocks noGrp="1"/>
          </p:cNvSpPr>
          <p:nvPr/>
        </p:nvSpPr>
        <p:spPr>
          <a:xfrm>
            <a:off x="4905375" y="7156449"/>
            <a:ext cx="104775" cy="22860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723" name="c_model_1">
            <a:extLst>
              <a:ext uri="{FF2B5EF4-FFF2-40B4-BE49-F238E27FC236}">
                <a16:creationId xmlns:a16="http://schemas.microsoft.com/office/drawing/2014/main" id="{84A04BDF-5007-49D9-9526-D474D1F99C68}"/>
              </a:ext>
            </a:extLst>
          </p:cNvPr>
          <p:cNvSpPr>
            <a:spLocks noGrp="1"/>
          </p:cNvSpPr>
          <p:nvPr/>
        </p:nvSpPr>
        <p:spPr>
          <a:xfrm>
            <a:off x="4714875" y="7404099"/>
            <a:ext cx="495300" cy="45720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58ED3"/>
            </a:solidFill>
            <a:prstDash val="solid"/>
          </a:ln>
        </p:spPr>
      </p:sp>
      <p:sp>
        <p:nvSpPr>
          <p:cNvPr id="724" name="c_model_1_label">
            <a:extLst>
              <a:ext uri="{FF2B5EF4-FFF2-40B4-BE49-F238E27FC236}">
                <a16:creationId xmlns:a16="http://schemas.microsoft.com/office/drawing/2014/main" id="{B8CA0760-8075-4AA1-A931-BE0E01591430}"/>
              </a:ext>
            </a:extLst>
          </p:cNvPr>
          <p:cNvSpPr>
            <a:spLocks noGrp="1"/>
          </p:cNvSpPr>
          <p:nvPr/>
        </p:nvSpPr>
        <p:spPr>
          <a:xfrm>
            <a:off x="4714875" y="7423149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 i="1">
                <a:solidFill>
                  <a:srgbClr val="058ED3"/>
                </a:solidFill>
                <a:latin typeface="Arial"/>
                <a:ea typeface="Arial"/>
                <a:cs typeface="Arial"/>
              </a:defRPr>
            </a:pPr>
            <a:r>
              <a:rPr sz="1350" b="1" i="1">
                <a:solidFill>
                  <a:srgbClr val="058ED3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725" name="c_model_down_2">
            <a:extLst>
              <a:ext uri="{FF2B5EF4-FFF2-40B4-BE49-F238E27FC236}">
                <a16:creationId xmlns:a16="http://schemas.microsoft.com/office/drawing/2014/main" id="{6C5D4B8E-57F2-40E5-B3BE-0B9D80EEA298}"/>
              </a:ext>
            </a:extLst>
          </p:cNvPr>
          <p:cNvSpPr>
            <a:spLocks noGrp="1"/>
          </p:cNvSpPr>
          <p:nvPr/>
        </p:nvSpPr>
        <p:spPr>
          <a:xfrm>
            <a:off x="5905500" y="7156449"/>
            <a:ext cx="104775" cy="22860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726" name="c_model_2">
            <a:extLst>
              <a:ext uri="{FF2B5EF4-FFF2-40B4-BE49-F238E27FC236}">
                <a16:creationId xmlns:a16="http://schemas.microsoft.com/office/drawing/2014/main" id="{1566E030-C868-4341-8481-AA8F878C595D}"/>
              </a:ext>
            </a:extLst>
          </p:cNvPr>
          <p:cNvSpPr>
            <a:spLocks noGrp="1"/>
          </p:cNvSpPr>
          <p:nvPr/>
        </p:nvSpPr>
        <p:spPr>
          <a:xfrm>
            <a:off x="5715000" y="7404099"/>
            <a:ext cx="495300" cy="457200"/>
          </a:xfrm>
          <a:prstGeom prst="hexagon">
            <a:avLst/>
          </a:prstGeom>
          <a:solidFill>
            <a:srgbClr val="FFFFFF"/>
          </a:solidFill>
          <a:ln w="15240">
            <a:solidFill>
              <a:srgbClr val="058ED3"/>
            </a:solidFill>
            <a:prstDash val="solid"/>
          </a:ln>
        </p:spPr>
      </p:sp>
      <p:sp>
        <p:nvSpPr>
          <p:cNvPr id="727" name="c_model_2_label">
            <a:extLst>
              <a:ext uri="{FF2B5EF4-FFF2-40B4-BE49-F238E27FC236}">
                <a16:creationId xmlns:a16="http://schemas.microsoft.com/office/drawing/2014/main" id="{B8888DE4-6B0C-470C-BB34-9505C2F92865}"/>
              </a:ext>
            </a:extLst>
          </p:cNvPr>
          <p:cNvSpPr>
            <a:spLocks noGrp="1"/>
          </p:cNvSpPr>
          <p:nvPr/>
        </p:nvSpPr>
        <p:spPr>
          <a:xfrm>
            <a:off x="5715000" y="7423149"/>
            <a:ext cx="495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 i="1">
                <a:solidFill>
                  <a:srgbClr val="058ED3"/>
                </a:solidFill>
                <a:latin typeface="Arial"/>
                <a:ea typeface="Arial"/>
                <a:cs typeface="Arial"/>
              </a:defRPr>
            </a:pPr>
            <a:r>
              <a:rPr sz="1600" b="1" i="1">
                <a:solidFill>
                  <a:srgbClr val="058ED3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729" name="c_r2_y_axis">
            <a:extLst>
              <a:ext uri="{FF2B5EF4-FFF2-40B4-BE49-F238E27FC236}">
                <a16:creationId xmlns:a16="http://schemas.microsoft.com/office/drawing/2014/main" id="{781281EC-7845-40F2-A38F-654F9E137F6A}"/>
              </a:ext>
            </a:extLst>
          </p:cNvPr>
          <p:cNvSpPr>
            <a:spLocks noGrp="1"/>
          </p:cNvSpPr>
          <p:nvPr/>
        </p:nvSpPr>
        <p:spPr>
          <a:xfrm>
            <a:off x="3562350" y="8432799"/>
            <a:ext cx="0" cy="12954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730" name="c_r2_y_tick_0">
            <a:extLst>
              <a:ext uri="{FF2B5EF4-FFF2-40B4-BE49-F238E27FC236}">
                <a16:creationId xmlns:a16="http://schemas.microsoft.com/office/drawing/2014/main" id="{F7DF42F1-5874-45CF-B3D5-D7812EF0F932}"/>
              </a:ext>
            </a:extLst>
          </p:cNvPr>
          <p:cNvSpPr>
            <a:spLocks noGrp="1"/>
          </p:cNvSpPr>
          <p:nvPr/>
        </p:nvSpPr>
        <p:spPr>
          <a:xfrm>
            <a:off x="3524250" y="97281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31" name="c_r2_y_tick_label_0">
            <a:extLst>
              <a:ext uri="{FF2B5EF4-FFF2-40B4-BE49-F238E27FC236}">
                <a16:creationId xmlns:a16="http://schemas.microsoft.com/office/drawing/2014/main" id="{F451CF74-C648-4096-8751-B274C0139C8B}"/>
              </a:ext>
            </a:extLst>
          </p:cNvPr>
          <p:cNvSpPr>
            <a:spLocks noGrp="1"/>
          </p:cNvSpPr>
          <p:nvPr/>
        </p:nvSpPr>
        <p:spPr>
          <a:xfrm>
            <a:off x="3286125" y="96329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32" name="c_r2_y_tick_1">
            <a:extLst>
              <a:ext uri="{FF2B5EF4-FFF2-40B4-BE49-F238E27FC236}">
                <a16:creationId xmlns:a16="http://schemas.microsoft.com/office/drawing/2014/main" id="{552348E5-F95F-4B6F-85C5-B13B8AC5B58D}"/>
              </a:ext>
            </a:extLst>
          </p:cNvPr>
          <p:cNvSpPr>
            <a:spLocks noGrp="1"/>
          </p:cNvSpPr>
          <p:nvPr/>
        </p:nvSpPr>
        <p:spPr>
          <a:xfrm>
            <a:off x="3524250" y="90804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33" name="c_r2_y_tick_label_1">
            <a:extLst>
              <a:ext uri="{FF2B5EF4-FFF2-40B4-BE49-F238E27FC236}">
                <a16:creationId xmlns:a16="http://schemas.microsoft.com/office/drawing/2014/main" id="{AB69777B-E5A0-4F45-AB5E-F2C2B9ADB612}"/>
              </a:ext>
            </a:extLst>
          </p:cNvPr>
          <p:cNvSpPr>
            <a:spLocks noGrp="1"/>
          </p:cNvSpPr>
          <p:nvPr/>
        </p:nvSpPr>
        <p:spPr>
          <a:xfrm>
            <a:off x="3286125" y="89852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734" name="c_r2_y_tick_2">
            <a:extLst>
              <a:ext uri="{FF2B5EF4-FFF2-40B4-BE49-F238E27FC236}">
                <a16:creationId xmlns:a16="http://schemas.microsoft.com/office/drawing/2014/main" id="{DF706DA7-6EAC-4601-9A74-1E7154496AE3}"/>
              </a:ext>
            </a:extLst>
          </p:cNvPr>
          <p:cNvSpPr>
            <a:spLocks noGrp="1"/>
          </p:cNvSpPr>
          <p:nvPr/>
        </p:nvSpPr>
        <p:spPr>
          <a:xfrm>
            <a:off x="3524250" y="84327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35" name="c_r2_y_tick_label_2">
            <a:extLst>
              <a:ext uri="{FF2B5EF4-FFF2-40B4-BE49-F238E27FC236}">
                <a16:creationId xmlns:a16="http://schemas.microsoft.com/office/drawing/2014/main" id="{3F335FA8-0CDD-4804-A46E-7728DE277D00}"/>
              </a:ext>
            </a:extLst>
          </p:cNvPr>
          <p:cNvSpPr>
            <a:spLocks noGrp="1"/>
          </p:cNvSpPr>
          <p:nvPr/>
        </p:nvSpPr>
        <p:spPr>
          <a:xfrm>
            <a:off x="3286125" y="83375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737" name="c_r2_x_tick_0">
            <a:extLst>
              <a:ext uri="{FF2B5EF4-FFF2-40B4-BE49-F238E27FC236}">
                <a16:creationId xmlns:a16="http://schemas.microsoft.com/office/drawing/2014/main" id="{99D2083F-527B-4067-B540-590BAC43998C}"/>
              </a:ext>
            </a:extLst>
          </p:cNvPr>
          <p:cNvSpPr>
            <a:spLocks noGrp="1"/>
          </p:cNvSpPr>
          <p:nvPr/>
        </p:nvSpPr>
        <p:spPr>
          <a:xfrm>
            <a:off x="381952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38" name="c_r2_x_tick_1">
            <a:extLst>
              <a:ext uri="{FF2B5EF4-FFF2-40B4-BE49-F238E27FC236}">
                <a16:creationId xmlns:a16="http://schemas.microsoft.com/office/drawing/2014/main" id="{3CAF4E2B-103D-4B40-A127-9BD93C77E899}"/>
              </a:ext>
            </a:extLst>
          </p:cNvPr>
          <p:cNvSpPr>
            <a:spLocks noGrp="1"/>
          </p:cNvSpPr>
          <p:nvPr/>
        </p:nvSpPr>
        <p:spPr>
          <a:xfrm>
            <a:off x="418147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39" name="c_r2_x_tick_2">
            <a:extLst>
              <a:ext uri="{FF2B5EF4-FFF2-40B4-BE49-F238E27FC236}">
                <a16:creationId xmlns:a16="http://schemas.microsoft.com/office/drawing/2014/main" id="{80B056C9-75F7-47C5-8297-D20489EC260D}"/>
              </a:ext>
            </a:extLst>
          </p:cNvPr>
          <p:cNvSpPr>
            <a:spLocks noGrp="1"/>
          </p:cNvSpPr>
          <p:nvPr/>
        </p:nvSpPr>
        <p:spPr>
          <a:xfrm>
            <a:off x="454342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0" name="c_r2_bar_0">
            <a:extLst>
              <a:ext uri="{FF2B5EF4-FFF2-40B4-BE49-F238E27FC236}">
                <a16:creationId xmlns:a16="http://schemas.microsoft.com/office/drawing/2014/main" id="{23A63B73-344B-4ED2-864F-E1650D186166}"/>
              </a:ext>
            </a:extLst>
          </p:cNvPr>
          <p:cNvSpPr>
            <a:spLocks noGrp="1"/>
          </p:cNvSpPr>
          <p:nvPr/>
        </p:nvSpPr>
        <p:spPr>
          <a:xfrm>
            <a:off x="3724275" y="9297288"/>
            <a:ext cx="190500" cy="430911"/>
          </a:xfrm>
          <a:prstGeom prst="rect">
            <a:avLst/>
          </a:prstGeom>
          <a:solidFill>
            <a:srgbClr val="A8B0B8"/>
          </a:solidFill>
          <a:ln w="4763">
            <a:solidFill>
              <a:srgbClr val="A8B0B8"/>
            </a:solidFill>
            <a:prstDash val="solid"/>
          </a:ln>
        </p:spPr>
      </p:sp>
      <p:sp>
        <p:nvSpPr>
          <p:cNvPr id="741" name="c_r2_error_0_vertical">
            <a:extLst>
              <a:ext uri="{FF2B5EF4-FFF2-40B4-BE49-F238E27FC236}">
                <a16:creationId xmlns:a16="http://schemas.microsoft.com/office/drawing/2014/main" id="{003DC6E0-17B0-4795-B10E-86384804A602}"/>
              </a:ext>
            </a:extLst>
          </p:cNvPr>
          <p:cNvSpPr>
            <a:spLocks noGrp="1"/>
          </p:cNvSpPr>
          <p:nvPr/>
        </p:nvSpPr>
        <p:spPr>
          <a:xfrm>
            <a:off x="3819525" y="9221088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2" name="c_r2_error_0_top">
            <a:extLst>
              <a:ext uri="{FF2B5EF4-FFF2-40B4-BE49-F238E27FC236}">
                <a16:creationId xmlns:a16="http://schemas.microsoft.com/office/drawing/2014/main" id="{48FFE222-75E9-4064-97C3-57F5176D1E34}"/>
              </a:ext>
            </a:extLst>
          </p:cNvPr>
          <p:cNvSpPr>
            <a:spLocks noGrp="1"/>
          </p:cNvSpPr>
          <p:nvPr/>
        </p:nvSpPr>
        <p:spPr>
          <a:xfrm>
            <a:off x="3781425" y="9221088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3" name="c_r2_error_0_bottom">
            <a:extLst>
              <a:ext uri="{FF2B5EF4-FFF2-40B4-BE49-F238E27FC236}">
                <a16:creationId xmlns:a16="http://schemas.microsoft.com/office/drawing/2014/main" id="{B3AA9DC3-12BB-4D16-817C-C7F89B8E9C30}"/>
              </a:ext>
            </a:extLst>
          </p:cNvPr>
          <p:cNvSpPr>
            <a:spLocks noGrp="1"/>
          </p:cNvSpPr>
          <p:nvPr/>
        </p:nvSpPr>
        <p:spPr>
          <a:xfrm>
            <a:off x="3781425" y="9373488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4" name="c_r2_bar_1">
            <a:extLst>
              <a:ext uri="{FF2B5EF4-FFF2-40B4-BE49-F238E27FC236}">
                <a16:creationId xmlns:a16="http://schemas.microsoft.com/office/drawing/2014/main" id="{CC95FAED-A92E-4D30-AF79-042A8871572E}"/>
              </a:ext>
            </a:extLst>
          </p:cNvPr>
          <p:cNvSpPr>
            <a:spLocks noGrp="1"/>
          </p:cNvSpPr>
          <p:nvPr/>
        </p:nvSpPr>
        <p:spPr>
          <a:xfrm>
            <a:off x="4086225" y="8998965"/>
            <a:ext cx="190500" cy="729234"/>
          </a:xfrm>
          <a:prstGeom prst="rect">
            <a:avLst/>
          </a:prstGeom>
          <a:solidFill>
            <a:srgbClr val="8DD6F7"/>
          </a:solidFill>
          <a:ln w="4763">
            <a:solidFill>
              <a:srgbClr val="8DD6F7"/>
            </a:solidFill>
            <a:prstDash val="solid"/>
          </a:ln>
        </p:spPr>
      </p:sp>
      <p:sp>
        <p:nvSpPr>
          <p:cNvPr id="745" name="c_r2_error_1_vertical">
            <a:extLst>
              <a:ext uri="{FF2B5EF4-FFF2-40B4-BE49-F238E27FC236}">
                <a16:creationId xmlns:a16="http://schemas.microsoft.com/office/drawing/2014/main" id="{CE95BD1F-F61F-4B8F-85ED-90E21B41B4D0}"/>
              </a:ext>
            </a:extLst>
          </p:cNvPr>
          <p:cNvSpPr>
            <a:spLocks noGrp="1"/>
          </p:cNvSpPr>
          <p:nvPr/>
        </p:nvSpPr>
        <p:spPr>
          <a:xfrm>
            <a:off x="4181475" y="8922765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6" name="c_r2_error_1_top">
            <a:extLst>
              <a:ext uri="{FF2B5EF4-FFF2-40B4-BE49-F238E27FC236}">
                <a16:creationId xmlns:a16="http://schemas.microsoft.com/office/drawing/2014/main" id="{2EB0669C-1CB0-47E0-AE56-30762F63693A}"/>
              </a:ext>
            </a:extLst>
          </p:cNvPr>
          <p:cNvSpPr>
            <a:spLocks noGrp="1"/>
          </p:cNvSpPr>
          <p:nvPr/>
        </p:nvSpPr>
        <p:spPr>
          <a:xfrm>
            <a:off x="4143375" y="8922765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7" name="c_r2_error_1_bottom">
            <a:extLst>
              <a:ext uri="{FF2B5EF4-FFF2-40B4-BE49-F238E27FC236}">
                <a16:creationId xmlns:a16="http://schemas.microsoft.com/office/drawing/2014/main" id="{B595BFDF-E093-4484-846D-B80B2DD7BA7C}"/>
              </a:ext>
            </a:extLst>
          </p:cNvPr>
          <p:cNvSpPr>
            <a:spLocks noGrp="1"/>
          </p:cNvSpPr>
          <p:nvPr/>
        </p:nvSpPr>
        <p:spPr>
          <a:xfrm>
            <a:off x="4143375" y="9075165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48" name="c_r2_bar_2">
            <a:extLst>
              <a:ext uri="{FF2B5EF4-FFF2-40B4-BE49-F238E27FC236}">
                <a16:creationId xmlns:a16="http://schemas.microsoft.com/office/drawing/2014/main" id="{B9C57CE5-B5B2-4ABE-A3E4-9D9BDDB402B8}"/>
              </a:ext>
            </a:extLst>
          </p:cNvPr>
          <p:cNvSpPr>
            <a:spLocks noGrp="1"/>
          </p:cNvSpPr>
          <p:nvPr/>
        </p:nvSpPr>
        <p:spPr>
          <a:xfrm>
            <a:off x="4448175" y="8777985"/>
            <a:ext cx="190500" cy="950214"/>
          </a:xfrm>
          <a:prstGeom prst="rect">
            <a:avLst/>
          </a:prstGeom>
          <a:solidFill>
            <a:srgbClr val="058ED3"/>
          </a:solidFill>
          <a:ln w="4763">
            <a:solidFill>
              <a:srgbClr val="058ED3"/>
            </a:solidFill>
            <a:prstDash val="solid"/>
          </a:ln>
        </p:spPr>
      </p:sp>
      <p:sp>
        <p:nvSpPr>
          <p:cNvPr id="749" name="c_r2_error_2_vertical">
            <a:extLst>
              <a:ext uri="{FF2B5EF4-FFF2-40B4-BE49-F238E27FC236}">
                <a16:creationId xmlns:a16="http://schemas.microsoft.com/office/drawing/2014/main" id="{9E3CD69A-5834-43AF-A704-42EC86E7A38F}"/>
              </a:ext>
            </a:extLst>
          </p:cNvPr>
          <p:cNvSpPr>
            <a:spLocks noGrp="1"/>
          </p:cNvSpPr>
          <p:nvPr/>
        </p:nvSpPr>
        <p:spPr>
          <a:xfrm>
            <a:off x="4543425" y="8701785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50" name="c_r2_error_2_top">
            <a:extLst>
              <a:ext uri="{FF2B5EF4-FFF2-40B4-BE49-F238E27FC236}">
                <a16:creationId xmlns:a16="http://schemas.microsoft.com/office/drawing/2014/main" id="{DDB04648-9531-41B3-9C0A-4B160C1C4DE8}"/>
              </a:ext>
            </a:extLst>
          </p:cNvPr>
          <p:cNvSpPr>
            <a:spLocks noGrp="1"/>
          </p:cNvSpPr>
          <p:nvPr/>
        </p:nvSpPr>
        <p:spPr>
          <a:xfrm>
            <a:off x="4505325" y="8701785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51" name="c_r2_error_2_bottom">
            <a:extLst>
              <a:ext uri="{FF2B5EF4-FFF2-40B4-BE49-F238E27FC236}">
                <a16:creationId xmlns:a16="http://schemas.microsoft.com/office/drawing/2014/main" id="{619B7588-2F4B-48B9-960F-778566063BA9}"/>
              </a:ext>
            </a:extLst>
          </p:cNvPr>
          <p:cNvSpPr>
            <a:spLocks noGrp="1"/>
          </p:cNvSpPr>
          <p:nvPr/>
        </p:nvSpPr>
        <p:spPr>
          <a:xfrm>
            <a:off x="4505325" y="8854185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52" name="c_r2_cat_0">
            <a:extLst>
              <a:ext uri="{FF2B5EF4-FFF2-40B4-BE49-F238E27FC236}">
                <a16:creationId xmlns:a16="http://schemas.microsoft.com/office/drawing/2014/main" id="{523EBF35-98A0-4F87-BA72-6514D3912BEC}"/>
              </a:ext>
            </a:extLst>
          </p:cNvPr>
          <p:cNvSpPr>
            <a:spLocks noGrp="1"/>
          </p:cNvSpPr>
          <p:nvPr/>
        </p:nvSpPr>
        <p:spPr>
          <a:xfrm rot="3000000">
            <a:off x="3581399" y="9827259"/>
            <a:ext cx="56726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</a:t>
            </a:r>
            <a:r>
              <a:rPr lang="en-US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</a:t>
            </a:r>
            <a:endParaRPr sz="900" b="1" i="0" dirty="0">
              <a:solidFill>
                <a:srgbClr val="07133F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753" name="c_r2_cat_1">
            <a:extLst>
              <a:ext uri="{FF2B5EF4-FFF2-40B4-BE49-F238E27FC236}">
                <a16:creationId xmlns:a16="http://schemas.microsoft.com/office/drawing/2014/main" id="{2A403CD8-5736-4F67-B078-EE9BFBEF7891}"/>
              </a:ext>
            </a:extLst>
          </p:cNvPr>
          <p:cNvSpPr>
            <a:spLocks noGrp="1"/>
          </p:cNvSpPr>
          <p:nvPr/>
        </p:nvSpPr>
        <p:spPr>
          <a:xfrm rot="3000000">
            <a:off x="3975100" y="9812019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Shuffled</a:t>
            </a:r>
          </a:p>
        </p:txBody>
      </p:sp>
      <p:sp>
        <p:nvSpPr>
          <p:cNvPr id="754" name="c_r2_cat_2">
            <a:extLst>
              <a:ext uri="{FF2B5EF4-FFF2-40B4-BE49-F238E27FC236}">
                <a16:creationId xmlns:a16="http://schemas.microsoft.com/office/drawing/2014/main" id="{57DA0D01-89A4-470E-9C21-6113622A91A1}"/>
              </a:ext>
            </a:extLst>
          </p:cNvPr>
          <p:cNvSpPr>
            <a:spLocks noGrp="1"/>
          </p:cNvSpPr>
          <p:nvPr/>
        </p:nvSpPr>
        <p:spPr>
          <a:xfrm rot="3000000">
            <a:off x="4335480" y="9855871"/>
            <a:ext cx="577478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</a:t>
            </a:r>
          </a:p>
        </p:txBody>
      </p:sp>
      <p:sp>
        <p:nvSpPr>
          <p:cNvPr id="756" name="c_rmse_y_axis">
            <a:extLst>
              <a:ext uri="{FF2B5EF4-FFF2-40B4-BE49-F238E27FC236}">
                <a16:creationId xmlns:a16="http://schemas.microsoft.com/office/drawing/2014/main" id="{A0D364FA-56DB-4C9C-84E1-F0EFEDD35A41}"/>
              </a:ext>
            </a:extLst>
          </p:cNvPr>
          <p:cNvSpPr>
            <a:spLocks noGrp="1"/>
          </p:cNvSpPr>
          <p:nvPr/>
        </p:nvSpPr>
        <p:spPr>
          <a:xfrm>
            <a:off x="5067300" y="8432799"/>
            <a:ext cx="0" cy="12954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757" name="c_rmse_y_tick_0">
            <a:extLst>
              <a:ext uri="{FF2B5EF4-FFF2-40B4-BE49-F238E27FC236}">
                <a16:creationId xmlns:a16="http://schemas.microsoft.com/office/drawing/2014/main" id="{071D35BF-47C5-4068-8375-FF6255DE03B5}"/>
              </a:ext>
            </a:extLst>
          </p:cNvPr>
          <p:cNvSpPr>
            <a:spLocks noGrp="1"/>
          </p:cNvSpPr>
          <p:nvPr/>
        </p:nvSpPr>
        <p:spPr>
          <a:xfrm>
            <a:off x="5029200" y="97281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58" name="c_rmse_y_tick_label_0">
            <a:extLst>
              <a:ext uri="{FF2B5EF4-FFF2-40B4-BE49-F238E27FC236}">
                <a16:creationId xmlns:a16="http://schemas.microsoft.com/office/drawing/2014/main" id="{7CF65782-84F4-4EA1-A01D-94741B199D7C}"/>
              </a:ext>
            </a:extLst>
          </p:cNvPr>
          <p:cNvSpPr>
            <a:spLocks noGrp="1"/>
          </p:cNvSpPr>
          <p:nvPr/>
        </p:nvSpPr>
        <p:spPr>
          <a:xfrm>
            <a:off x="4791075" y="96329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59" name="c_rmse_y_tick_1">
            <a:extLst>
              <a:ext uri="{FF2B5EF4-FFF2-40B4-BE49-F238E27FC236}">
                <a16:creationId xmlns:a16="http://schemas.microsoft.com/office/drawing/2014/main" id="{7C775193-0DF0-4DD1-B45D-A15A324671F5}"/>
              </a:ext>
            </a:extLst>
          </p:cNvPr>
          <p:cNvSpPr>
            <a:spLocks noGrp="1"/>
          </p:cNvSpPr>
          <p:nvPr/>
        </p:nvSpPr>
        <p:spPr>
          <a:xfrm>
            <a:off x="5029200" y="90804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0" name="c_rmse_y_tick_label_1">
            <a:extLst>
              <a:ext uri="{FF2B5EF4-FFF2-40B4-BE49-F238E27FC236}">
                <a16:creationId xmlns:a16="http://schemas.microsoft.com/office/drawing/2014/main" id="{5DC566EF-29F9-475E-ABC6-22BDE7F3EFF7}"/>
              </a:ext>
            </a:extLst>
          </p:cNvPr>
          <p:cNvSpPr>
            <a:spLocks noGrp="1"/>
          </p:cNvSpPr>
          <p:nvPr/>
        </p:nvSpPr>
        <p:spPr>
          <a:xfrm>
            <a:off x="4791075" y="89852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761" name="c_rmse_y_tick_2">
            <a:extLst>
              <a:ext uri="{FF2B5EF4-FFF2-40B4-BE49-F238E27FC236}">
                <a16:creationId xmlns:a16="http://schemas.microsoft.com/office/drawing/2014/main" id="{35ACA21E-5425-468A-BAF2-7612ED4B421C}"/>
              </a:ext>
            </a:extLst>
          </p:cNvPr>
          <p:cNvSpPr>
            <a:spLocks noGrp="1"/>
          </p:cNvSpPr>
          <p:nvPr/>
        </p:nvSpPr>
        <p:spPr>
          <a:xfrm>
            <a:off x="5029200" y="84327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2" name="c_rmse_y_tick_label_2">
            <a:extLst>
              <a:ext uri="{FF2B5EF4-FFF2-40B4-BE49-F238E27FC236}">
                <a16:creationId xmlns:a16="http://schemas.microsoft.com/office/drawing/2014/main" id="{D236BADD-2E02-4DDA-875C-B6486CDEBAA9}"/>
              </a:ext>
            </a:extLst>
          </p:cNvPr>
          <p:cNvSpPr>
            <a:spLocks noGrp="1"/>
          </p:cNvSpPr>
          <p:nvPr/>
        </p:nvSpPr>
        <p:spPr>
          <a:xfrm>
            <a:off x="4791075" y="8337549"/>
            <a:ext cx="2381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764" name="c_rmse_x_tick_0">
            <a:extLst>
              <a:ext uri="{FF2B5EF4-FFF2-40B4-BE49-F238E27FC236}">
                <a16:creationId xmlns:a16="http://schemas.microsoft.com/office/drawing/2014/main" id="{1442A7C3-C074-490B-B2C1-B6460EA4D54F}"/>
              </a:ext>
            </a:extLst>
          </p:cNvPr>
          <p:cNvSpPr>
            <a:spLocks noGrp="1"/>
          </p:cNvSpPr>
          <p:nvPr/>
        </p:nvSpPr>
        <p:spPr>
          <a:xfrm>
            <a:off x="532447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5" name="c_rmse_x_tick_1">
            <a:extLst>
              <a:ext uri="{FF2B5EF4-FFF2-40B4-BE49-F238E27FC236}">
                <a16:creationId xmlns:a16="http://schemas.microsoft.com/office/drawing/2014/main" id="{BF405DCF-061B-463A-8F5F-85F9A7FBEBB5}"/>
              </a:ext>
            </a:extLst>
          </p:cNvPr>
          <p:cNvSpPr>
            <a:spLocks noGrp="1"/>
          </p:cNvSpPr>
          <p:nvPr/>
        </p:nvSpPr>
        <p:spPr>
          <a:xfrm>
            <a:off x="568642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6" name="c_rmse_x_tick_2">
            <a:extLst>
              <a:ext uri="{FF2B5EF4-FFF2-40B4-BE49-F238E27FC236}">
                <a16:creationId xmlns:a16="http://schemas.microsoft.com/office/drawing/2014/main" id="{ED27C9E4-EB44-4547-A90C-732DD59159F9}"/>
              </a:ext>
            </a:extLst>
          </p:cNvPr>
          <p:cNvSpPr>
            <a:spLocks noGrp="1"/>
          </p:cNvSpPr>
          <p:nvPr/>
        </p:nvSpPr>
        <p:spPr>
          <a:xfrm>
            <a:off x="6048375" y="97281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7" name="c_rmse_bar_0">
            <a:extLst>
              <a:ext uri="{FF2B5EF4-FFF2-40B4-BE49-F238E27FC236}">
                <a16:creationId xmlns:a16="http://schemas.microsoft.com/office/drawing/2014/main" id="{06E1B8CF-0B48-43A9-88DD-9E4875F93956}"/>
              </a:ext>
            </a:extLst>
          </p:cNvPr>
          <p:cNvSpPr>
            <a:spLocks noGrp="1"/>
          </p:cNvSpPr>
          <p:nvPr/>
        </p:nvSpPr>
        <p:spPr>
          <a:xfrm>
            <a:off x="5229225" y="8866377"/>
            <a:ext cx="190500" cy="861822"/>
          </a:xfrm>
          <a:prstGeom prst="rect">
            <a:avLst/>
          </a:prstGeom>
          <a:solidFill>
            <a:srgbClr val="A8B0B8"/>
          </a:solidFill>
          <a:ln w="4763">
            <a:solidFill>
              <a:srgbClr val="A8B0B8"/>
            </a:solidFill>
            <a:prstDash val="solid"/>
          </a:ln>
        </p:spPr>
      </p:sp>
      <p:sp>
        <p:nvSpPr>
          <p:cNvPr id="768" name="c_rmse_error_0_vertical">
            <a:extLst>
              <a:ext uri="{FF2B5EF4-FFF2-40B4-BE49-F238E27FC236}">
                <a16:creationId xmlns:a16="http://schemas.microsoft.com/office/drawing/2014/main" id="{047B0529-0010-4755-AD64-15B38BE50E66}"/>
              </a:ext>
            </a:extLst>
          </p:cNvPr>
          <p:cNvSpPr>
            <a:spLocks noGrp="1"/>
          </p:cNvSpPr>
          <p:nvPr/>
        </p:nvSpPr>
        <p:spPr>
          <a:xfrm>
            <a:off x="5324475" y="8790177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69" name="c_rmse_error_0_top">
            <a:extLst>
              <a:ext uri="{FF2B5EF4-FFF2-40B4-BE49-F238E27FC236}">
                <a16:creationId xmlns:a16="http://schemas.microsoft.com/office/drawing/2014/main" id="{A44078A1-C5D7-45A7-BD95-20BDDB5549B8}"/>
              </a:ext>
            </a:extLst>
          </p:cNvPr>
          <p:cNvSpPr>
            <a:spLocks noGrp="1"/>
          </p:cNvSpPr>
          <p:nvPr/>
        </p:nvSpPr>
        <p:spPr>
          <a:xfrm>
            <a:off x="5286375" y="8790177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0" name="c_rmse_error_0_bottom">
            <a:extLst>
              <a:ext uri="{FF2B5EF4-FFF2-40B4-BE49-F238E27FC236}">
                <a16:creationId xmlns:a16="http://schemas.microsoft.com/office/drawing/2014/main" id="{059E744B-413E-4FD8-BB39-238A31D57826}"/>
              </a:ext>
            </a:extLst>
          </p:cNvPr>
          <p:cNvSpPr>
            <a:spLocks noGrp="1"/>
          </p:cNvSpPr>
          <p:nvPr/>
        </p:nvSpPr>
        <p:spPr>
          <a:xfrm>
            <a:off x="5286375" y="8942577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1" name="c_rmse_bar_1">
            <a:extLst>
              <a:ext uri="{FF2B5EF4-FFF2-40B4-BE49-F238E27FC236}">
                <a16:creationId xmlns:a16="http://schemas.microsoft.com/office/drawing/2014/main" id="{612B3368-8E02-4915-ABD7-E98EE1941D15}"/>
              </a:ext>
            </a:extLst>
          </p:cNvPr>
          <p:cNvSpPr>
            <a:spLocks noGrp="1"/>
          </p:cNvSpPr>
          <p:nvPr/>
        </p:nvSpPr>
        <p:spPr>
          <a:xfrm>
            <a:off x="5591175" y="9032112"/>
            <a:ext cx="190500" cy="696087"/>
          </a:xfrm>
          <a:prstGeom prst="rect">
            <a:avLst/>
          </a:prstGeom>
          <a:solidFill>
            <a:srgbClr val="8DD6F7"/>
          </a:solidFill>
          <a:ln w="4763">
            <a:solidFill>
              <a:srgbClr val="8DD6F7"/>
            </a:solidFill>
            <a:prstDash val="solid"/>
          </a:ln>
        </p:spPr>
      </p:sp>
      <p:sp>
        <p:nvSpPr>
          <p:cNvPr id="772" name="c_rmse_error_1_vertical">
            <a:extLst>
              <a:ext uri="{FF2B5EF4-FFF2-40B4-BE49-F238E27FC236}">
                <a16:creationId xmlns:a16="http://schemas.microsoft.com/office/drawing/2014/main" id="{04677144-E056-499F-A73B-8329E0ED961B}"/>
              </a:ext>
            </a:extLst>
          </p:cNvPr>
          <p:cNvSpPr>
            <a:spLocks noGrp="1"/>
          </p:cNvSpPr>
          <p:nvPr/>
        </p:nvSpPr>
        <p:spPr>
          <a:xfrm>
            <a:off x="5686425" y="8955912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3" name="c_rmse_error_1_top">
            <a:extLst>
              <a:ext uri="{FF2B5EF4-FFF2-40B4-BE49-F238E27FC236}">
                <a16:creationId xmlns:a16="http://schemas.microsoft.com/office/drawing/2014/main" id="{DF3949C9-A7F4-4166-ACE3-2DB9DB82ACC2}"/>
              </a:ext>
            </a:extLst>
          </p:cNvPr>
          <p:cNvSpPr>
            <a:spLocks noGrp="1"/>
          </p:cNvSpPr>
          <p:nvPr/>
        </p:nvSpPr>
        <p:spPr>
          <a:xfrm>
            <a:off x="5648325" y="8955912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4" name="c_rmse_error_1_bottom">
            <a:extLst>
              <a:ext uri="{FF2B5EF4-FFF2-40B4-BE49-F238E27FC236}">
                <a16:creationId xmlns:a16="http://schemas.microsoft.com/office/drawing/2014/main" id="{5CD34462-7B4C-4C6D-AEC8-EE44C970B773}"/>
              </a:ext>
            </a:extLst>
          </p:cNvPr>
          <p:cNvSpPr>
            <a:spLocks noGrp="1"/>
          </p:cNvSpPr>
          <p:nvPr/>
        </p:nvSpPr>
        <p:spPr>
          <a:xfrm>
            <a:off x="5648325" y="9108312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5" name="c_rmse_bar_2">
            <a:extLst>
              <a:ext uri="{FF2B5EF4-FFF2-40B4-BE49-F238E27FC236}">
                <a16:creationId xmlns:a16="http://schemas.microsoft.com/office/drawing/2014/main" id="{604AD906-E65F-419D-B2ED-77A1C62BCCA5}"/>
              </a:ext>
            </a:extLst>
          </p:cNvPr>
          <p:cNvSpPr>
            <a:spLocks noGrp="1"/>
          </p:cNvSpPr>
          <p:nvPr/>
        </p:nvSpPr>
        <p:spPr>
          <a:xfrm>
            <a:off x="5953125" y="9253092"/>
            <a:ext cx="190500" cy="475107"/>
          </a:xfrm>
          <a:prstGeom prst="rect">
            <a:avLst/>
          </a:prstGeom>
          <a:solidFill>
            <a:srgbClr val="058ED3"/>
          </a:solidFill>
          <a:ln w="4763">
            <a:solidFill>
              <a:srgbClr val="058ED3"/>
            </a:solidFill>
            <a:prstDash val="solid"/>
          </a:ln>
        </p:spPr>
      </p:sp>
      <p:sp>
        <p:nvSpPr>
          <p:cNvPr id="776" name="c_rmse_error_2_vertical">
            <a:extLst>
              <a:ext uri="{FF2B5EF4-FFF2-40B4-BE49-F238E27FC236}">
                <a16:creationId xmlns:a16="http://schemas.microsoft.com/office/drawing/2014/main" id="{51B71964-0D88-4CC9-9C0D-E9CFA5CA3F12}"/>
              </a:ext>
            </a:extLst>
          </p:cNvPr>
          <p:cNvSpPr>
            <a:spLocks noGrp="1"/>
          </p:cNvSpPr>
          <p:nvPr/>
        </p:nvSpPr>
        <p:spPr>
          <a:xfrm>
            <a:off x="6048375" y="9176892"/>
            <a:ext cx="0" cy="15240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7" name="c_rmse_error_2_top">
            <a:extLst>
              <a:ext uri="{FF2B5EF4-FFF2-40B4-BE49-F238E27FC236}">
                <a16:creationId xmlns:a16="http://schemas.microsoft.com/office/drawing/2014/main" id="{F70640D1-E015-4A8E-9CA0-6A4045B2EFF8}"/>
              </a:ext>
            </a:extLst>
          </p:cNvPr>
          <p:cNvSpPr>
            <a:spLocks noGrp="1"/>
          </p:cNvSpPr>
          <p:nvPr/>
        </p:nvSpPr>
        <p:spPr>
          <a:xfrm>
            <a:off x="6010275" y="9176892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78" name="c_rmse_error_2_bottom">
            <a:extLst>
              <a:ext uri="{FF2B5EF4-FFF2-40B4-BE49-F238E27FC236}">
                <a16:creationId xmlns:a16="http://schemas.microsoft.com/office/drawing/2014/main" id="{05551A10-0CF6-4720-8781-7043B7F12087}"/>
              </a:ext>
            </a:extLst>
          </p:cNvPr>
          <p:cNvSpPr>
            <a:spLocks noGrp="1"/>
          </p:cNvSpPr>
          <p:nvPr/>
        </p:nvSpPr>
        <p:spPr>
          <a:xfrm>
            <a:off x="6010275" y="9329292"/>
            <a:ext cx="762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782" name="c_improvement_arrow">
            <a:extLst>
              <a:ext uri="{FF2B5EF4-FFF2-40B4-BE49-F238E27FC236}">
                <a16:creationId xmlns:a16="http://schemas.microsoft.com/office/drawing/2014/main" id="{FF420FE0-E779-47D8-A02B-25364A2B9D5E}"/>
              </a:ext>
            </a:extLst>
          </p:cNvPr>
          <p:cNvSpPr>
            <a:spLocks noGrp="1"/>
          </p:cNvSpPr>
          <p:nvPr/>
        </p:nvSpPr>
        <p:spPr>
          <a:xfrm>
            <a:off x="3686175" y="10215879"/>
            <a:ext cx="2419350" cy="123825"/>
          </a:xfrm>
          <a:prstGeom prst="rightArrow">
            <a:avLst/>
          </a:prstGeom>
          <a:solidFill>
            <a:srgbClr val="8DD6F7"/>
          </a:solidFill>
          <a:ln w="4763">
            <a:solidFill>
              <a:srgbClr val="8DD6F7"/>
            </a:solidFill>
            <a:prstDash val="solid"/>
          </a:ln>
        </p:spPr>
      </p:sp>
      <p:sp>
        <p:nvSpPr>
          <p:cNvPr id="784" name="d_v2_split_1">
            <a:extLst>
              <a:ext uri="{FF2B5EF4-FFF2-40B4-BE49-F238E27FC236}">
                <a16:creationId xmlns:a16="http://schemas.microsoft.com/office/drawing/2014/main" id="{F283DFA7-9C34-4711-A0BA-046A68762B5F}"/>
              </a:ext>
            </a:extLst>
          </p:cNvPr>
          <p:cNvSpPr>
            <a:spLocks noGrp="1"/>
          </p:cNvSpPr>
          <p:nvPr/>
        </p:nvSpPr>
        <p:spPr>
          <a:xfrm>
            <a:off x="8642318" y="6127749"/>
            <a:ext cx="0" cy="4276725"/>
          </a:xfrm>
          <a:prstGeom prst="line">
            <a:avLst/>
          </a:prstGeom>
          <a:noFill/>
          <a:ln w="10954">
            <a:solidFill>
              <a:srgbClr val="7B8794"/>
            </a:solidFill>
            <a:prstDash val="solid"/>
          </a:ln>
        </p:spPr>
      </p:sp>
      <p:sp>
        <p:nvSpPr>
          <p:cNvPr id="785" name="d_v2_split_2">
            <a:extLst>
              <a:ext uri="{FF2B5EF4-FFF2-40B4-BE49-F238E27FC236}">
                <a16:creationId xmlns:a16="http://schemas.microsoft.com/office/drawing/2014/main" id="{0BC1ED4F-CB21-4F94-B998-66E506AFC1C3}"/>
              </a:ext>
            </a:extLst>
          </p:cNvPr>
          <p:cNvSpPr>
            <a:spLocks noGrp="1"/>
          </p:cNvSpPr>
          <p:nvPr/>
        </p:nvSpPr>
        <p:spPr>
          <a:xfrm>
            <a:off x="10779157" y="6127749"/>
            <a:ext cx="0" cy="4276725"/>
          </a:xfrm>
          <a:prstGeom prst="line">
            <a:avLst/>
          </a:prstGeom>
          <a:noFill/>
          <a:ln w="10954">
            <a:solidFill>
              <a:srgbClr val="7B8794"/>
            </a:solidFill>
            <a:prstDash val="solid"/>
          </a:ln>
        </p:spPr>
      </p:sp>
      <p:pic>
        <p:nvPicPr>
          <p:cNvPr id="1352" name="图形 1351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6572250" y="6603999"/>
            <a:ext cx="628650" cy="419100"/>
          </a:xfrm>
          <a:prstGeom prst="rect">
            <a:avLst/>
          </a:prstGeom>
        </p:spPr>
      </p:pic>
      <p:pic>
        <p:nvPicPr>
          <p:cNvPr id="1354" name="图形 1353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7258050" y="6603999"/>
            <a:ext cx="628650" cy="419100"/>
          </a:xfrm>
          <a:prstGeom prst="rect">
            <a:avLst/>
          </a:prstGeom>
        </p:spPr>
      </p:pic>
      <p:pic>
        <p:nvPicPr>
          <p:cNvPr id="1356" name="图形 1355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/>
        </p:blipFill>
        <p:spPr>
          <a:xfrm>
            <a:off x="7943850" y="6603999"/>
            <a:ext cx="628650" cy="419100"/>
          </a:xfrm>
          <a:prstGeom prst="rect">
            <a:avLst/>
          </a:prstGeom>
        </p:spPr>
      </p:pic>
      <p:pic>
        <p:nvPicPr>
          <p:cNvPr id="1358" name="图形 1357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/>
        </p:blipFill>
        <p:spPr>
          <a:xfrm>
            <a:off x="7105650" y="7537449"/>
            <a:ext cx="1028700" cy="1104900"/>
          </a:xfrm>
          <a:prstGeom prst="rect">
            <a:avLst/>
          </a:prstGeom>
        </p:spPr>
      </p:pic>
      <p:sp>
        <p:nvSpPr>
          <p:cNvPr id="796" name="d_beaker_to_bars">
            <a:extLst>
              <a:ext uri="{FF2B5EF4-FFF2-40B4-BE49-F238E27FC236}">
                <a16:creationId xmlns:a16="http://schemas.microsoft.com/office/drawing/2014/main" id="{726B6DC5-C912-41E2-BE83-ABFFD822FF8B}"/>
              </a:ext>
            </a:extLst>
          </p:cNvPr>
          <p:cNvSpPr>
            <a:spLocks noGrp="1"/>
          </p:cNvSpPr>
          <p:nvPr/>
        </p:nvSpPr>
        <p:spPr>
          <a:xfrm>
            <a:off x="7572375" y="8733367"/>
            <a:ext cx="104775" cy="22860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797" name="d_concentration_heading">
            <a:extLst>
              <a:ext uri="{FF2B5EF4-FFF2-40B4-BE49-F238E27FC236}">
                <a16:creationId xmlns:a16="http://schemas.microsoft.com/office/drawing/2014/main" id="{ED9C4087-8F1F-40D1-B5F6-15D11396CFFB}"/>
              </a:ext>
            </a:extLst>
          </p:cNvPr>
          <p:cNvSpPr>
            <a:spLocks noGrp="1"/>
          </p:cNvSpPr>
          <p:nvPr/>
        </p:nvSpPr>
        <p:spPr>
          <a:xfrm>
            <a:off x="6550025" y="9009591"/>
            <a:ext cx="962025" cy="2042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88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Concentration</a:t>
            </a:r>
          </a:p>
        </p:txBody>
      </p:sp>
      <p:sp>
        <p:nvSpPr>
          <p:cNvPr id="798" name="d_concentration_y_axis">
            <a:extLst>
              <a:ext uri="{FF2B5EF4-FFF2-40B4-BE49-F238E27FC236}">
                <a16:creationId xmlns:a16="http://schemas.microsoft.com/office/drawing/2014/main" id="{C357CC89-912D-4347-850B-262FC51E3DFF}"/>
              </a:ext>
            </a:extLst>
          </p:cNvPr>
          <p:cNvSpPr>
            <a:spLocks noGrp="1"/>
          </p:cNvSpPr>
          <p:nvPr/>
        </p:nvSpPr>
        <p:spPr>
          <a:xfrm>
            <a:off x="6724650" y="9270999"/>
            <a:ext cx="0" cy="7239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799" name="d_concentration_y_tick_0">
            <a:extLst>
              <a:ext uri="{FF2B5EF4-FFF2-40B4-BE49-F238E27FC236}">
                <a16:creationId xmlns:a16="http://schemas.microsoft.com/office/drawing/2014/main" id="{B973C21C-A994-4A15-B529-9A14161808ED}"/>
              </a:ext>
            </a:extLst>
          </p:cNvPr>
          <p:cNvSpPr>
            <a:spLocks noGrp="1"/>
          </p:cNvSpPr>
          <p:nvPr/>
        </p:nvSpPr>
        <p:spPr>
          <a:xfrm>
            <a:off x="6686550" y="99948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0" name="d_concentration_y_tick_label_0">
            <a:extLst>
              <a:ext uri="{FF2B5EF4-FFF2-40B4-BE49-F238E27FC236}">
                <a16:creationId xmlns:a16="http://schemas.microsoft.com/office/drawing/2014/main" id="{683692D6-A95B-48EF-BF54-F83B1C034FE2}"/>
              </a:ext>
            </a:extLst>
          </p:cNvPr>
          <p:cNvSpPr>
            <a:spLocks noGrp="1"/>
          </p:cNvSpPr>
          <p:nvPr/>
        </p:nvSpPr>
        <p:spPr>
          <a:xfrm>
            <a:off x="6486525" y="989964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01" name="d_concentration_y_tick_1">
            <a:extLst>
              <a:ext uri="{FF2B5EF4-FFF2-40B4-BE49-F238E27FC236}">
                <a16:creationId xmlns:a16="http://schemas.microsoft.com/office/drawing/2014/main" id="{2758DE37-DAFD-461E-B665-283091E9C486}"/>
              </a:ext>
            </a:extLst>
          </p:cNvPr>
          <p:cNvSpPr>
            <a:spLocks noGrp="1"/>
          </p:cNvSpPr>
          <p:nvPr/>
        </p:nvSpPr>
        <p:spPr>
          <a:xfrm>
            <a:off x="6686550" y="963294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2" name="d_concentration_y_tick_label_1">
            <a:extLst>
              <a:ext uri="{FF2B5EF4-FFF2-40B4-BE49-F238E27FC236}">
                <a16:creationId xmlns:a16="http://schemas.microsoft.com/office/drawing/2014/main" id="{A3F0021B-9B43-41FA-9956-0DEA39ADEFBF}"/>
              </a:ext>
            </a:extLst>
          </p:cNvPr>
          <p:cNvSpPr>
            <a:spLocks noGrp="1"/>
          </p:cNvSpPr>
          <p:nvPr/>
        </p:nvSpPr>
        <p:spPr>
          <a:xfrm>
            <a:off x="6486525" y="953769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803" name="d_concentration_y_tick_2">
            <a:extLst>
              <a:ext uri="{FF2B5EF4-FFF2-40B4-BE49-F238E27FC236}">
                <a16:creationId xmlns:a16="http://schemas.microsoft.com/office/drawing/2014/main" id="{AC5C0421-5DEA-4A49-888B-843546D05D3D}"/>
              </a:ext>
            </a:extLst>
          </p:cNvPr>
          <p:cNvSpPr>
            <a:spLocks noGrp="1"/>
          </p:cNvSpPr>
          <p:nvPr/>
        </p:nvSpPr>
        <p:spPr>
          <a:xfrm>
            <a:off x="6686550" y="92709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4" name="d_concentration_y_tick_label_2">
            <a:extLst>
              <a:ext uri="{FF2B5EF4-FFF2-40B4-BE49-F238E27FC236}">
                <a16:creationId xmlns:a16="http://schemas.microsoft.com/office/drawing/2014/main" id="{2570100F-0522-4906-9403-8E2BE625842F}"/>
              </a:ext>
            </a:extLst>
          </p:cNvPr>
          <p:cNvSpPr>
            <a:spLocks noGrp="1"/>
          </p:cNvSpPr>
          <p:nvPr/>
        </p:nvSpPr>
        <p:spPr>
          <a:xfrm>
            <a:off x="6486525" y="917574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806" name="d_concentration_x_tick_0">
            <a:extLst>
              <a:ext uri="{FF2B5EF4-FFF2-40B4-BE49-F238E27FC236}">
                <a16:creationId xmlns:a16="http://schemas.microsoft.com/office/drawing/2014/main" id="{0A85981C-2183-43DE-8005-BF9E74363E37}"/>
              </a:ext>
            </a:extLst>
          </p:cNvPr>
          <p:cNvSpPr>
            <a:spLocks noGrp="1"/>
          </p:cNvSpPr>
          <p:nvPr/>
        </p:nvSpPr>
        <p:spPr>
          <a:xfrm>
            <a:off x="6877050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7" name="d_concentration_x_tick_1">
            <a:extLst>
              <a:ext uri="{FF2B5EF4-FFF2-40B4-BE49-F238E27FC236}">
                <a16:creationId xmlns:a16="http://schemas.microsoft.com/office/drawing/2014/main" id="{73E0DCC6-3838-44B1-9133-477B5C2DFDCC}"/>
              </a:ext>
            </a:extLst>
          </p:cNvPr>
          <p:cNvSpPr>
            <a:spLocks noGrp="1"/>
          </p:cNvSpPr>
          <p:nvPr/>
        </p:nvSpPr>
        <p:spPr>
          <a:xfrm>
            <a:off x="70580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8" name="d_concentration_x_tick_2">
            <a:extLst>
              <a:ext uri="{FF2B5EF4-FFF2-40B4-BE49-F238E27FC236}">
                <a16:creationId xmlns:a16="http://schemas.microsoft.com/office/drawing/2014/main" id="{383C40AD-B5B1-474B-B8F7-7821C06F2C2E}"/>
              </a:ext>
            </a:extLst>
          </p:cNvPr>
          <p:cNvSpPr>
            <a:spLocks noGrp="1"/>
          </p:cNvSpPr>
          <p:nvPr/>
        </p:nvSpPr>
        <p:spPr>
          <a:xfrm>
            <a:off x="7239000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09" name="d_concentration_bar_0">
            <a:extLst>
              <a:ext uri="{FF2B5EF4-FFF2-40B4-BE49-F238E27FC236}">
                <a16:creationId xmlns:a16="http://schemas.microsoft.com/office/drawing/2014/main" id="{DCD5E13F-7094-4E49-B8CF-FB3ACAA5AECC}"/>
              </a:ext>
            </a:extLst>
          </p:cNvPr>
          <p:cNvSpPr>
            <a:spLocks noGrp="1"/>
          </p:cNvSpPr>
          <p:nvPr/>
        </p:nvSpPr>
        <p:spPr>
          <a:xfrm>
            <a:off x="6815138" y="9424923"/>
            <a:ext cx="123825" cy="569976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10" name="d_concentration_bar_1">
            <a:extLst>
              <a:ext uri="{FF2B5EF4-FFF2-40B4-BE49-F238E27FC236}">
                <a16:creationId xmlns:a16="http://schemas.microsoft.com/office/drawing/2014/main" id="{FE7EE5BF-950B-4AF2-BD69-457F99A950E7}"/>
              </a:ext>
            </a:extLst>
          </p:cNvPr>
          <p:cNvSpPr>
            <a:spLocks noGrp="1"/>
          </p:cNvSpPr>
          <p:nvPr/>
        </p:nvSpPr>
        <p:spPr>
          <a:xfrm>
            <a:off x="6996113" y="9580371"/>
            <a:ext cx="123825" cy="414528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811" name="d_concentration_bar_2">
            <a:extLst>
              <a:ext uri="{FF2B5EF4-FFF2-40B4-BE49-F238E27FC236}">
                <a16:creationId xmlns:a16="http://schemas.microsoft.com/office/drawing/2014/main" id="{C2B11DF4-41F2-450F-BC6E-A4DC07B0693E}"/>
              </a:ext>
            </a:extLst>
          </p:cNvPr>
          <p:cNvSpPr>
            <a:spLocks noGrp="1"/>
          </p:cNvSpPr>
          <p:nvPr/>
        </p:nvSpPr>
        <p:spPr>
          <a:xfrm>
            <a:off x="7177088" y="9716388"/>
            <a:ext cx="123825" cy="278511"/>
          </a:xfrm>
          <a:prstGeom prst="rect">
            <a:avLst/>
          </a:prstGeom>
          <a:solidFill>
            <a:srgbClr val="A8B0B8"/>
          </a:solidFill>
          <a:ln w="3810">
            <a:solidFill>
              <a:srgbClr val="A8B0B8"/>
            </a:solidFill>
            <a:prstDash val="solid"/>
          </a:ln>
        </p:spPr>
      </p:sp>
      <p:sp>
        <p:nvSpPr>
          <p:cNvPr id="812" name="d_concentration_xt_0">
            <a:extLst>
              <a:ext uri="{FF2B5EF4-FFF2-40B4-BE49-F238E27FC236}">
                <a16:creationId xmlns:a16="http://schemas.microsoft.com/office/drawing/2014/main" id="{9D3DA3B6-29DB-492D-8EDE-852603692A50}"/>
              </a:ext>
            </a:extLst>
          </p:cNvPr>
          <p:cNvSpPr>
            <a:spLocks noGrp="1"/>
          </p:cNvSpPr>
          <p:nvPr/>
        </p:nvSpPr>
        <p:spPr>
          <a:xfrm>
            <a:off x="6810375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13" name="d_concentration_xt_1">
            <a:extLst>
              <a:ext uri="{FF2B5EF4-FFF2-40B4-BE49-F238E27FC236}">
                <a16:creationId xmlns:a16="http://schemas.microsoft.com/office/drawing/2014/main" id="{02D0E76A-E8AD-4A27-8004-DC09F33C4E3B}"/>
              </a:ext>
            </a:extLst>
          </p:cNvPr>
          <p:cNvSpPr>
            <a:spLocks noGrp="1"/>
          </p:cNvSpPr>
          <p:nvPr/>
        </p:nvSpPr>
        <p:spPr>
          <a:xfrm>
            <a:off x="6991350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14" name="d_concentration_xt_2">
            <a:extLst>
              <a:ext uri="{FF2B5EF4-FFF2-40B4-BE49-F238E27FC236}">
                <a16:creationId xmlns:a16="http://schemas.microsoft.com/office/drawing/2014/main" id="{EE12B844-3251-4031-B06E-3ADD0ECDC8BB}"/>
              </a:ext>
            </a:extLst>
          </p:cNvPr>
          <p:cNvSpPr>
            <a:spLocks noGrp="1"/>
          </p:cNvSpPr>
          <p:nvPr/>
        </p:nvSpPr>
        <p:spPr>
          <a:xfrm>
            <a:off x="7172325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15" name="d_concentration_xlabel">
            <a:extLst>
              <a:ext uri="{FF2B5EF4-FFF2-40B4-BE49-F238E27FC236}">
                <a16:creationId xmlns:a16="http://schemas.microsoft.com/office/drawing/2014/main" id="{B5942C6E-5724-4280-B811-617A3A719B11}"/>
              </a:ext>
            </a:extLst>
          </p:cNvPr>
          <p:cNvSpPr>
            <a:spLocks noGrp="1"/>
          </p:cNvSpPr>
          <p:nvPr/>
        </p:nvSpPr>
        <p:spPr>
          <a:xfrm>
            <a:off x="6604004" y="10185399"/>
            <a:ext cx="758821" cy="17144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2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Compound</a:t>
            </a:r>
          </a:p>
        </p:txBody>
      </p:sp>
      <p:sp>
        <p:nvSpPr>
          <p:cNvPr id="816" name="d_not_equal">
            <a:extLst>
              <a:ext uri="{FF2B5EF4-FFF2-40B4-BE49-F238E27FC236}">
                <a16:creationId xmlns:a16="http://schemas.microsoft.com/office/drawing/2014/main" id="{7885C1C3-3BEF-4BF1-BB3A-5A43286FA8A0}"/>
              </a:ext>
            </a:extLst>
          </p:cNvPr>
          <p:cNvSpPr>
            <a:spLocks noGrp="1"/>
          </p:cNvSpPr>
          <p:nvPr/>
        </p:nvSpPr>
        <p:spPr>
          <a:xfrm>
            <a:off x="7458075" y="9499599"/>
            <a:ext cx="20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72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≠</a:t>
            </a:r>
          </a:p>
        </p:txBody>
      </p:sp>
      <p:sp>
        <p:nvSpPr>
          <p:cNvPr id="817" name="d_cytotoxicity_heading">
            <a:extLst>
              <a:ext uri="{FF2B5EF4-FFF2-40B4-BE49-F238E27FC236}">
                <a16:creationId xmlns:a16="http://schemas.microsoft.com/office/drawing/2014/main" id="{BFADE683-3ECF-4037-8B6D-13E189049D72}"/>
              </a:ext>
            </a:extLst>
          </p:cNvPr>
          <p:cNvSpPr>
            <a:spLocks noGrp="1"/>
          </p:cNvSpPr>
          <p:nvPr/>
        </p:nvSpPr>
        <p:spPr>
          <a:xfrm>
            <a:off x="7800975" y="8991599"/>
            <a:ext cx="838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88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Cytotoxicity</a:t>
            </a:r>
          </a:p>
        </p:txBody>
      </p:sp>
      <p:sp>
        <p:nvSpPr>
          <p:cNvPr id="818" name="d_cytotoxicity_y_axis">
            <a:extLst>
              <a:ext uri="{FF2B5EF4-FFF2-40B4-BE49-F238E27FC236}">
                <a16:creationId xmlns:a16="http://schemas.microsoft.com/office/drawing/2014/main" id="{90EA1719-67C1-4612-9E41-EA34DE570BDE}"/>
              </a:ext>
            </a:extLst>
          </p:cNvPr>
          <p:cNvSpPr>
            <a:spLocks noGrp="1"/>
          </p:cNvSpPr>
          <p:nvPr/>
        </p:nvSpPr>
        <p:spPr>
          <a:xfrm>
            <a:off x="7896225" y="9270999"/>
            <a:ext cx="0" cy="7239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819" name="d_cytotoxicity_y_tick_0">
            <a:extLst>
              <a:ext uri="{FF2B5EF4-FFF2-40B4-BE49-F238E27FC236}">
                <a16:creationId xmlns:a16="http://schemas.microsoft.com/office/drawing/2014/main" id="{6CEF37C2-BA61-4A7E-9CC6-6216036B3F3B}"/>
              </a:ext>
            </a:extLst>
          </p:cNvPr>
          <p:cNvSpPr>
            <a:spLocks noGrp="1"/>
          </p:cNvSpPr>
          <p:nvPr/>
        </p:nvSpPr>
        <p:spPr>
          <a:xfrm>
            <a:off x="7858125" y="99948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0" name="d_cytotoxicity_y_tick_label_0">
            <a:extLst>
              <a:ext uri="{FF2B5EF4-FFF2-40B4-BE49-F238E27FC236}">
                <a16:creationId xmlns:a16="http://schemas.microsoft.com/office/drawing/2014/main" id="{5DA5AAA2-572D-4449-AC3F-DCC272D05161}"/>
              </a:ext>
            </a:extLst>
          </p:cNvPr>
          <p:cNvSpPr>
            <a:spLocks noGrp="1"/>
          </p:cNvSpPr>
          <p:nvPr/>
        </p:nvSpPr>
        <p:spPr>
          <a:xfrm>
            <a:off x="7658100" y="989964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21" name="d_cytotoxicity_y_tick_1">
            <a:extLst>
              <a:ext uri="{FF2B5EF4-FFF2-40B4-BE49-F238E27FC236}">
                <a16:creationId xmlns:a16="http://schemas.microsoft.com/office/drawing/2014/main" id="{000A2D90-7EEC-49F7-9763-2C775E13520A}"/>
              </a:ext>
            </a:extLst>
          </p:cNvPr>
          <p:cNvSpPr>
            <a:spLocks noGrp="1"/>
          </p:cNvSpPr>
          <p:nvPr/>
        </p:nvSpPr>
        <p:spPr>
          <a:xfrm>
            <a:off x="7858125" y="963294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2" name="d_cytotoxicity_y_tick_label_1">
            <a:extLst>
              <a:ext uri="{FF2B5EF4-FFF2-40B4-BE49-F238E27FC236}">
                <a16:creationId xmlns:a16="http://schemas.microsoft.com/office/drawing/2014/main" id="{70E60651-D775-4E8A-92C8-7CC16CFB8DD2}"/>
              </a:ext>
            </a:extLst>
          </p:cNvPr>
          <p:cNvSpPr>
            <a:spLocks noGrp="1"/>
          </p:cNvSpPr>
          <p:nvPr/>
        </p:nvSpPr>
        <p:spPr>
          <a:xfrm>
            <a:off x="7658100" y="953769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823" name="d_cytotoxicity_y_tick_2">
            <a:extLst>
              <a:ext uri="{FF2B5EF4-FFF2-40B4-BE49-F238E27FC236}">
                <a16:creationId xmlns:a16="http://schemas.microsoft.com/office/drawing/2014/main" id="{D54E44B7-928A-47CC-AB74-2037D00FA2EB}"/>
              </a:ext>
            </a:extLst>
          </p:cNvPr>
          <p:cNvSpPr>
            <a:spLocks noGrp="1"/>
          </p:cNvSpPr>
          <p:nvPr/>
        </p:nvSpPr>
        <p:spPr>
          <a:xfrm>
            <a:off x="7858125" y="92709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4" name="d_cytotoxicity_y_tick_label_2">
            <a:extLst>
              <a:ext uri="{FF2B5EF4-FFF2-40B4-BE49-F238E27FC236}">
                <a16:creationId xmlns:a16="http://schemas.microsoft.com/office/drawing/2014/main" id="{2DE8B2EC-5EC7-4127-88B0-736826E373EE}"/>
              </a:ext>
            </a:extLst>
          </p:cNvPr>
          <p:cNvSpPr>
            <a:spLocks noGrp="1"/>
          </p:cNvSpPr>
          <p:nvPr/>
        </p:nvSpPr>
        <p:spPr>
          <a:xfrm>
            <a:off x="7658100" y="9175749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826" name="d_cytotoxicity_x_tick_0">
            <a:extLst>
              <a:ext uri="{FF2B5EF4-FFF2-40B4-BE49-F238E27FC236}">
                <a16:creationId xmlns:a16="http://schemas.microsoft.com/office/drawing/2014/main" id="{9FD9DEFD-FEC0-43D6-B6A2-E3DD612508E1}"/>
              </a:ext>
            </a:extLst>
          </p:cNvPr>
          <p:cNvSpPr>
            <a:spLocks noGrp="1"/>
          </p:cNvSpPr>
          <p:nvPr/>
        </p:nvSpPr>
        <p:spPr>
          <a:xfrm>
            <a:off x="80486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7" name="d_cytotoxicity_x_tick_1">
            <a:extLst>
              <a:ext uri="{FF2B5EF4-FFF2-40B4-BE49-F238E27FC236}">
                <a16:creationId xmlns:a16="http://schemas.microsoft.com/office/drawing/2014/main" id="{055DD7E9-BB07-48D9-8DFB-EBAC146194A1}"/>
              </a:ext>
            </a:extLst>
          </p:cNvPr>
          <p:cNvSpPr>
            <a:spLocks noGrp="1"/>
          </p:cNvSpPr>
          <p:nvPr/>
        </p:nvSpPr>
        <p:spPr>
          <a:xfrm>
            <a:off x="8229600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8" name="d_cytotoxicity_x_tick_2">
            <a:extLst>
              <a:ext uri="{FF2B5EF4-FFF2-40B4-BE49-F238E27FC236}">
                <a16:creationId xmlns:a16="http://schemas.microsoft.com/office/drawing/2014/main" id="{8D78EB6B-4408-4FD4-AAC0-A079593317BC}"/>
              </a:ext>
            </a:extLst>
          </p:cNvPr>
          <p:cNvSpPr>
            <a:spLocks noGrp="1"/>
          </p:cNvSpPr>
          <p:nvPr/>
        </p:nvSpPr>
        <p:spPr>
          <a:xfrm>
            <a:off x="841057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29" name="d_cytotoxicity_bar_0">
            <a:extLst>
              <a:ext uri="{FF2B5EF4-FFF2-40B4-BE49-F238E27FC236}">
                <a16:creationId xmlns:a16="http://schemas.microsoft.com/office/drawing/2014/main" id="{8ABA0D14-1AA7-4F76-B5B2-A221985C15AC}"/>
              </a:ext>
            </a:extLst>
          </p:cNvPr>
          <p:cNvSpPr>
            <a:spLocks noGrp="1"/>
          </p:cNvSpPr>
          <p:nvPr/>
        </p:nvSpPr>
        <p:spPr>
          <a:xfrm>
            <a:off x="7986713" y="9794112"/>
            <a:ext cx="123825" cy="200787"/>
          </a:xfrm>
          <a:prstGeom prst="rect">
            <a:avLst/>
          </a:prstGeom>
          <a:solidFill>
            <a:srgbClr val="A8B0B8"/>
          </a:solidFill>
          <a:ln w="3810">
            <a:solidFill>
              <a:srgbClr val="A8B0B8"/>
            </a:solidFill>
            <a:prstDash val="solid"/>
          </a:ln>
        </p:spPr>
      </p:sp>
      <p:sp>
        <p:nvSpPr>
          <p:cNvPr id="830" name="d_cytotoxicity_bar_1">
            <a:extLst>
              <a:ext uri="{FF2B5EF4-FFF2-40B4-BE49-F238E27FC236}">
                <a16:creationId xmlns:a16="http://schemas.microsoft.com/office/drawing/2014/main" id="{2A898AF2-4FBB-481F-A5DD-A0410690EB06}"/>
              </a:ext>
            </a:extLst>
          </p:cNvPr>
          <p:cNvSpPr>
            <a:spLocks noGrp="1"/>
          </p:cNvSpPr>
          <p:nvPr/>
        </p:nvSpPr>
        <p:spPr>
          <a:xfrm>
            <a:off x="8167688" y="9625710"/>
            <a:ext cx="123825" cy="369189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831" name="d_cytotoxicity_bar_2">
            <a:extLst>
              <a:ext uri="{FF2B5EF4-FFF2-40B4-BE49-F238E27FC236}">
                <a16:creationId xmlns:a16="http://schemas.microsoft.com/office/drawing/2014/main" id="{6F4DB284-ADED-4530-A608-09AC5617B538}"/>
              </a:ext>
            </a:extLst>
          </p:cNvPr>
          <p:cNvSpPr>
            <a:spLocks noGrp="1"/>
          </p:cNvSpPr>
          <p:nvPr/>
        </p:nvSpPr>
        <p:spPr>
          <a:xfrm>
            <a:off x="8348663" y="9411969"/>
            <a:ext cx="123825" cy="582930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32" name="d_cytotoxicity_xt_0">
            <a:extLst>
              <a:ext uri="{FF2B5EF4-FFF2-40B4-BE49-F238E27FC236}">
                <a16:creationId xmlns:a16="http://schemas.microsoft.com/office/drawing/2014/main" id="{5982F789-DFED-40A0-B3EA-4627F9615343}"/>
              </a:ext>
            </a:extLst>
          </p:cNvPr>
          <p:cNvSpPr>
            <a:spLocks noGrp="1"/>
          </p:cNvSpPr>
          <p:nvPr/>
        </p:nvSpPr>
        <p:spPr>
          <a:xfrm>
            <a:off x="7981950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33" name="d_cytotoxicity_xt_1">
            <a:extLst>
              <a:ext uri="{FF2B5EF4-FFF2-40B4-BE49-F238E27FC236}">
                <a16:creationId xmlns:a16="http://schemas.microsoft.com/office/drawing/2014/main" id="{3EB5C40C-783C-4FA2-AB5F-E4D1D946ECF8}"/>
              </a:ext>
            </a:extLst>
          </p:cNvPr>
          <p:cNvSpPr>
            <a:spLocks noGrp="1"/>
          </p:cNvSpPr>
          <p:nvPr/>
        </p:nvSpPr>
        <p:spPr>
          <a:xfrm>
            <a:off x="8162925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34" name="d_cytotoxicity_xt_2">
            <a:extLst>
              <a:ext uri="{FF2B5EF4-FFF2-40B4-BE49-F238E27FC236}">
                <a16:creationId xmlns:a16="http://schemas.microsoft.com/office/drawing/2014/main" id="{9C901CDD-89C6-45D9-BD20-5DE2E60AFC17}"/>
              </a:ext>
            </a:extLst>
          </p:cNvPr>
          <p:cNvSpPr>
            <a:spLocks noGrp="1"/>
          </p:cNvSpPr>
          <p:nvPr/>
        </p:nvSpPr>
        <p:spPr>
          <a:xfrm>
            <a:off x="8343900" y="10023474"/>
            <a:ext cx="1333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0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35" name="d_cytotoxicity_xlabel">
            <a:extLst>
              <a:ext uri="{FF2B5EF4-FFF2-40B4-BE49-F238E27FC236}">
                <a16:creationId xmlns:a16="http://schemas.microsoft.com/office/drawing/2014/main" id="{7BCDB5E5-0CBE-4435-9B9E-719F381884B4}"/>
              </a:ext>
            </a:extLst>
          </p:cNvPr>
          <p:cNvSpPr>
            <a:spLocks noGrp="1"/>
          </p:cNvSpPr>
          <p:nvPr/>
        </p:nvSpPr>
        <p:spPr>
          <a:xfrm>
            <a:off x="7826375" y="10175874"/>
            <a:ext cx="815972" cy="2190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2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Compound</a:t>
            </a:r>
          </a:p>
        </p:txBody>
      </p:sp>
      <p:pic>
        <p:nvPicPr>
          <p:cNvPr id="1399" name="图形 1398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8743950" y="6613524"/>
            <a:ext cx="628650" cy="419100"/>
          </a:xfrm>
          <a:prstGeom prst="rect">
            <a:avLst/>
          </a:prstGeom>
        </p:spPr>
      </p:pic>
      <p:sp>
        <p:nvSpPr>
          <p:cNvPr id="837" name="d_structure_to_ad">
            <a:extLst>
              <a:ext uri="{FF2B5EF4-FFF2-40B4-BE49-F238E27FC236}">
                <a16:creationId xmlns:a16="http://schemas.microsoft.com/office/drawing/2014/main" id="{EE00A3F2-9DC6-4571-B7F5-16EF4F3098ED}"/>
              </a:ext>
            </a:extLst>
          </p:cNvPr>
          <p:cNvSpPr>
            <a:spLocks noGrp="1"/>
          </p:cNvSpPr>
          <p:nvPr/>
        </p:nvSpPr>
        <p:spPr>
          <a:xfrm>
            <a:off x="9328150" y="6721474"/>
            <a:ext cx="171450" cy="85725"/>
          </a:xfrm>
          <a:prstGeom prst="right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838" name="d_ad_circle">
            <a:extLst>
              <a:ext uri="{FF2B5EF4-FFF2-40B4-BE49-F238E27FC236}">
                <a16:creationId xmlns:a16="http://schemas.microsoft.com/office/drawing/2014/main" id="{497821FD-9BCA-4ACF-974B-78640563B09D}"/>
              </a:ext>
            </a:extLst>
          </p:cNvPr>
          <p:cNvSpPr>
            <a:spLocks noGrp="1"/>
          </p:cNvSpPr>
          <p:nvPr/>
        </p:nvSpPr>
        <p:spPr>
          <a:xfrm>
            <a:off x="9572625" y="6565899"/>
            <a:ext cx="571500" cy="577846"/>
          </a:xfrm>
          <a:prstGeom prst="ellipse">
            <a:avLst/>
          </a:prstGeom>
          <a:solidFill>
            <a:srgbClr val="FFFFFF"/>
          </a:solidFill>
          <a:ln w="12383">
            <a:solidFill>
              <a:srgbClr val="058ED3"/>
            </a:solidFill>
            <a:prstDash val="dash"/>
          </a:ln>
        </p:spPr>
      </p:sp>
      <p:sp>
        <p:nvSpPr>
          <p:cNvPr id="839" name="d_ad_dot_0">
            <a:extLst>
              <a:ext uri="{FF2B5EF4-FFF2-40B4-BE49-F238E27FC236}">
                <a16:creationId xmlns:a16="http://schemas.microsoft.com/office/drawing/2014/main" id="{10B75D4E-7614-4A13-BB3A-39CE77161CD3}"/>
              </a:ext>
            </a:extLst>
          </p:cNvPr>
          <p:cNvSpPr>
            <a:spLocks noGrp="1"/>
          </p:cNvSpPr>
          <p:nvPr/>
        </p:nvSpPr>
        <p:spPr>
          <a:xfrm>
            <a:off x="9686925" y="6661149"/>
            <a:ext cx="76200" cy="7620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0" name="d_ad_dot_1">
            <a:extLst>
              <a:ext uri="{FF2B5EF4-FFF2-40B4-BE49-F238E27FC236}">
                <a16:creationId xmlns:a16="http://schemas.microsoft.com/office/drawing/2014/main" id="{EDCE4E2A-2189-4640-AD78-83816F9DEE89}"/>
              </a:ext>
            </a:extLst>
          </p:cNvPr>
          <p:cNvSpPr>
            <a:spLocks noGrp="1"/>
          </p:cNvSpPr>
          <p:nvPr/>
        </p:nvSpPr>
        <p:spPr>
          <a:xfrm>
            <a:off x="9867900" y="6623049"/>
            <a:ext cx="76200" cy="7620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1" name="d_ad_dot_2">
            <a:extLst>
              <a:ext uri="{FF2B5EF4-FFF2-40B4-BE49-F238E27FC236}">
                <a16:creationId xmlns:a16="http://schemas.microsoft.com/office/drawing/2014/main" id="{40CE6B61-56AA-45C0-BE24-AD24ABEF79EA}"/>
              </a:ext>
            </a:extLst>
          </p:cNvPr>
          <p:cNvSpPr>
            <a:spLocks noGrp="1"/>
          </p:cNvSpPr>
          <p:nvPr/>
        </p:nvSpPr>
        <p:spPr>
          <a:xfrm>
            <a:off x="9925050" y="6737349"/>
            <a:ext cx="76200" cy="7620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2" name="d_ad_dot_3">
            <a:extLst>
              <a:ext uri="{FF2B5EF4-FFF2-40B4-BE49-F238E27FC236}">
                <a16:creationId xmlns:a16="http://schemas.microsoft.com/office/drawing/2014/main" id="{2012EFC3-D062-4B91-822D-1F09643ED698}"/>
              </a:ext>
            </a:extLst>
          </p:cNvPr>
          <p:cNvSpPr>
            <a:spLocks noGrp="1"/>
          </p:cNvSpPr>
          <p:nvPr/>
        </p:nvSpPr>
        <p:spPr>
          <a:xfrm>
            <a:off x="9763125" y="6870699"/>
            <a:ext cx="76200" cy="7620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3" name="d_ad_dot_4">
            <a:extLst>
              <a:ext uri="{FF2B5EF4-FFF2-40B4-BE49-F238E27FC236}">
                <a16:creationId xmlns:a16="http://schemas.microsoft.com/office/drawing/2014/main" id="{5CB97E75-2807-46B0-8970-819CC47E91E3}"/>
              </a:ext>
            </a:extLst>
          </p:cNvPr>
          <p:cNvSpPr>
            <a:spLocks noGrp="1"/>
          </p:cNvSpPr>
          <p:nvPr/>
        </p:nvSpPr>
        <p:spPr>
          <a:xfrm>
            <a:off x="9663112" y="6823074"/>
            <a:ext cx="76200" cy="7620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4" name="d_ad_dot_5">
            <a:extLst>
              <a:ext uri="{FF2B5EF4-FFF2-40B4-BE49-F238E27FC236}">
                <a16:creationId xmlns:a16="http://schemas.microsoft.com/office/drawing/2014/main" id="{EA302FB8-63C4-4D50-A37B-33A8FC4D22EF}"/>
              </a:ext>
            </a:extLst>
          </p:cNvPr>
          <p:cNvSpPr>
            <a:spLocks noGrp="1"/>
          </p:cNvSpPr>
          <p:nvPr/>
        </p:nvSpPr>
        <p:spPr>
          <a:xfrm>
            <a:off x="9957859" y="6899275"/>
            <a:ext cx="76200" cy="76200"/>
          </a:xfrm>
          <a:prstGeom prst="ellipse">
            <a:avLst/>
          </a:prstGeom>
          <a:solidFill>
            <a:srgbClr val="A8B0B8"/>
          </a:solidFill>
          <a:ln w="3810">
            <a:solidFill>
              <a:srgbClr val="A8B0B8"/>
            </a:solidFill>
            <a:prstDash val="solid"/>
          </a:ln>
        </p:spPr>
      </p:sp>
      <p:sp>
        <p:nvSpPr>
          <p:cNvPr id="845" name="d_ad_dot_6">
            <a:extLst>
              <a:ext uri="{FF2B5EF4-FFF2-40B4-BE49-F238E27FC236}">
                <a16:creationId xmlns:a16="http://schemas.microsoft.com/office/drawing/2014/main" id="{7ED357B1-EA2B-4D98-A45E-311D61444D32}"/>
              </a:ext>
            </a:extLst>
          </p:cNvPr>
          <p:cNvSpPr>
            <a:spLocks noGrp="1"/>
          </p:cNvSpPr>
          <p:nvPr/>
        </p:nvSpPr>
        <p:spPr>
          <a:xfrm>
            <a:off x="9831916" y="7011457"/>
            <a:ext cx="76200" cy="76200"/>
          </a:xfrm>
          <a:prstGeom prst="ellipse">
            <a:avLst/>
          </a:prstGeom>
          <a:solidFill>
            <a:srgbClr val="A8B0B8"/>
          </a:solidFill>
          <a:ln w="3810">
            <a:solidFill>
              <a:srgbClr val="A8B0B8"/>
            </a:solidFill>
            <a:prstDash val="solid"/>
          </a:ln>
        </p:spPr>
      </p:sp>
      <p:sp>
        <p:nvSpPr>
          <p:cNvPr id="847" name="d_ad_in_dot">
            <a:extLst>
              <a:ext uri="{FF2B5EF4-FFF2-40B4-BE49-F238E27FC236}">
                <a16:creationId xmlns:a16="http://schemas.microsoft.com/office/drawing/2014/main" id="{3FD183CA-0517-43AA-A92A-DFAC7A5120C4}"/>
              </a:ext>
            </a:extLst>
          </p:cNvPr>
          <p:cNvSpPr>
            <a:spLocks noGrp="1"/>
          </p:cNvSpPr>
          <p:nvPr/>
        </p:nvSpPr>
        <p:spPr>
          <a:xfrm>
            <a:off x="10194077" y="6656069"/>
            <a:ext cx="60960" cy="60960"/>
          </a:xfrm>
          <a:prstGeom prst="ellipse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48" name="d_ad_in_label">
            <a:extLst>
              <a:ext uri="{FF2B5EF4-FFF2-40B4-BE49-F238E27FC236}">
                <a16:creationId xmlns:a16="http://schemas.microsoft.com/office/drawing/2014/main" id="{18E7C7FA-2EC9-4567-8D13-08042A798F4A}"/>
              </a:ext>
            </a:extLst>
          </p:cNvPr>
          <p:cNvSpPr>
            <a:spLocks noGrp="1"/>
          </p:cNvSpPr>
          <p:nvPr/>
        </p:nvSpPr>
        <p:spPr>
          <a:xfrm>
            <a:off x="10270068" y="6584949"/>
            <a:ext cx="543981" cy="20108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555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 domain</a:t>
            </a:r>
          </a:p>
        </p:txBody>
      </p:sp>
      <p:sp>
        <p:nvSpPr>
          <p:cNvPr id="849" name="d_ad_out_dot">
            <a:extLst>
              <a:ext uri="{FF2B5EF4-FFF2-40B4-BE49-F238E27FC236}">
                <a16:creationId xmlns:a16="http://schemas.microsoft.com/office/drawing/2014/main" id="{E9DA6392-D036-4ABE-86BC-C57BE659E3B3}"/>
              </a:ext>
            </a:extLst>
          </p:cNvPr>
          <p:cNvSpPr>
            <a:spLocks noGrp="1"/>
          </p:cNvSpPr>
          <p:nvPr/>
        </p:nvSpPr>
        <p:spPr>
          <a:xfrm>
            <a:off x="10191962" y="6943937"/>
            <a:ext cx="60960" cy="60960"/>
          </a:xfrm>
          <a:prstGeom prst="ellipse">
            <a:avLst/>
          </a:prstGeom>
          <a:solidFill>
            <a:srgbClr val="A8B0B8"/>
          </a:solidFill>
          <a:ln w="3810">
            <a:solidFill>
              <a:srgbClr val="A8B0B8"/>
            </a:solidFill>
            <a:prstDash val="solid"/>
          </a:ln>
        </p:spPr>
      </p:sp>
      <p:sp>
        <p:nvSpPr>
          <p:cNvPr id="850" name="d_ad_out_label">
            <a:extLst>
              <a:ext uri="{FF2B5EF4-FFF2-40B4-BE49-F238E27FC236}">
                <a16:creationId xmlns:a16="http://schemas.microsoft.com/office/drawing/2014/main" id="{46435ED1-AC1A-41B9-BBDE-FEB591980C45}"/>
              </a:ext>
            </a:extLst>
          </p:cNvPr>
          <p:cNvSpPr>
            <a:spLocks noGrp="1"/>
          </p:cNvSpPr>
          <p:nvPr/>
        </p:nvSpPr>
        <p:spPr>
          <a:xfrm>
            <a:off x="10245725" y="6864350"/>
            <a:ext cx="501648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55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Out of</a:t>
            </a:r>
          </a:p>
          <a:p>
            <a:pPr algn="ctr">
              <a:defRPr sz="555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domain</a:t>
            </a:r>
          </a:p>
        </p:txBody>
      </p:sp>
      <p:sp>
        <p:nvSpPr>
          <p:cNvPr id="851" name="d_ad_to_sd">
            <a:extLst>
              <a:ext uri="{FF2B5EF4-FFF2-40B4-BE49-F238E27FC236}">
                <a16:creationId xmlns:a16="http://schemas.microsoft.com/office/drawing/2014/main" id="{A4458E4E-2B6E-4112-B0A6-3D5AA15AF9F4}"/>
              </a:ext>
            </a:extLst>
          </p:cNvPr>
          <p:cNvSpPr>
            <a:spLocks noGrp="1"/>
          </p:cNvSpPr>
          <p:nvPr/>
        </p:nvSpPr>
        <p:spPr>
          <a:xfrm>
            <a:off x="9725022" y="7356474"/>
            <a:ext cx="104775" cy="22860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852" name="d_sd_title">
            <a:extLst>
              <a:ext uri="{FF2B5EF4-FFF2-40B4-BE49-F238E27FC236}">
                <a16:creationId xmlns:a16="http://schemas.microsoft.com/office/drawing/2014/main" id="{60C404BA-030C-47F0-B47E-CAAE4BE7DEEC}"/>
              </a:ext>
            </a:extLst>
          </p:cNvPr>
          <p:cNvSpPr>
            <a:spLocks noGrp="1"/>
          </p:cNvSpPr>
          <p:nvPr/>
        </p:nvSpPr>
        <p:spPr>
          <a:xfrm>
            <a:off x="9010650" y="7613649"/>
            <a:ext cx="1524000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0000"/>
          </a:bodyPr>
          <a:lstStyle/>
          <a:p>
            <a:pPr algn="ctr">
              <a:defRPr sz="788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Prediction uncertainty</a:t>
            </a:r>
          </a:p>
        </p:txBody>
      </p:sp>
      <p:sp>
        <p:nvSpPr>
          <p:cNvPr id="853" name="d_sd_axis">
            <a:extLst>
              <a:ext uri="{FF2B5EF4-FFF2-40B4-BE49-F238E27FC236}">
                <a16:creationId xmlns:a16="http://schemas.microsoft.com/office/drawing/2014/main" id="{1DF90A1C-60A6-4D70-AC98-CDBF28939E0A}"/>
              </a:ext>
            </a:extLst>
          </p:cNvPr>
          <p:cNvSpPr>
            <a:spLocks noGrp="1"/>
          </p:cNvSpPr>
          <p:nvPr/>
        </p:nvSpPr>
        <p:spPr>
          <a:xfrm>
            <a:off x="8858250" y="8594724"/>
            <a:ext cx="1752600" cy="0"/>
          </a:xfrm>
          <a:prstGeom prst="line">
            <a:avLst/>
          </a:prstGeom>
          <a:noFill/>
          <a:ln w="12383">
            <a:solidFill>
              <a:srgbClr val="07133F"/>
            </a:solidFill>
            <a:prstDash val="solid"/>
          </a:ln>
        </p:spPr>
      </p:sp>
      <p:sp>
        <p:nvSpPr>
          <p:cNvPr id="854" name="d_sd_seg_0">
            <a:extLst>
              <a:ext uri="{FF2B5EF4-FFF2-40B4-BE49-F238E27FC236}">
                <a16:creationId xmlns:a16="http://schemas.microsoft.com/office/drawing/2014/main" id="{116CA730-62A1-497A-ABCC-DE2CE5025D09}"/>
              </a:ext>
            </a:extLst>
          </p:cNvPr>
          <p:cNvSpPr>
            <a:spLocks noGrp="1"/>
          </p:cNvSpPr>
          <p:nvPr/>
        </p:nvSpPr>
        <p:spPr>
          <a:xfrm flipV="1">
            <a:off x="8915400" y="8518524"/>
            <a:ext cx="123825" cy="4762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55" name="d_sd_seg_1">
            <a:extLst>
              <a:ext uri="{FF2B5EF4-FFF2-40B4-BE49-F238E27FC236}">
                <a16:creationId xmlns:a16="http://schemas.microsoft.com/office/drawing/2014/main" id="{02943D2D-94BE-495E-B05C-EAEFE556A74A}"/>
              </a:ext>
            </a:extLst>
          </p:cNvPr>
          <p:cNvSpPr>
            <a:spLocks noGrp="1"/>
          </p:cNvSpPr>
          <p:nvPr/>
        </p:nvSpPr>
        <p:spPr>
          <a:xfrm flipV="1">
            <a:off x="9039225" y="8404224"/>
            <a:ext cx="123825" cy="1143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56" name="d_sd_seg_2">
            <a:extLst>
              <a:ext uri="{FF2B5EF4-FFF2-40B4-BE49-F238E27FC236}">
                <a16:creationId xmlns:a16="http://schemas.microsoft.com/office/drawing/2014/main" id="{67FC38AB-3D54-482B-A50A-07D3BEC72848}"/>
              </a:ext>
            </a:extLst>
          </p:cNvPr>
          <p:cNvSpPr>
            <a:spLocks noGrp="1"/>
          </p:cNvSpPr>
          <p:nvPr/>
        </p:nvSpPr>
        <p:spPr>
          <a:xfrm flipV="1">
            <a:off x="9163050" y="8213724"/>
            <a:ext cx="123825" cy="1905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57" name="d_sd_seg_3">
            <a:extLst>
              <a:ext uri="{FF2B5EF4-FFF2-40B4-BE49-F238E27FC236}">
                <a16:creationId xmlns:a16="http://schemas.microsoft.com/office/drawing/2014/main" id="{8A4C8D60-8DBE-4C13-94F2-D23F3AD4136D}"/>
              </a:ext>
            </a:extLst>
          </p:cNvPr>
          <p:cNvSpPr>
            <a:spLocks noGrp="1"/>
          </p:cNvSpPr>
          <p:nvPr/>
        </p:nvSpPr>
        <p:spPr>
          <a:xfrm flipV="1">
            <a:off x="9286875" y="8042274"/>
            <a:ext cx="123825" cy="1714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58" name="d_sd_seg_4">
            <a:extLst>
              <a:ext uri="{FF2B5EF4-FFF2-40B4-BE49-F238E27FC236}">
                <a16:creationId xmlns:a16="http://schemas.microsoft.com/office/drawing/2014/main" id="{4FDFF5DC-058F-43D0-9909-BE95948E6E75}"/>
              </a:ext>
            </a:extLst>
          </p:cNvPr>
          <p:cNvSpPr>
            <a:spLocks noGrp="1"/>
          </p:cNvSpPr>
          <p:nvPr/>
        </p:nvSpPr>
        <p:spPr>
          <a:xfrm flipV="1">
            <a:off x="9410700" y="7947024"/>
            <a:ext cx="123825" cy="952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59" name="d_sd_seg_5">
            <a:extLst>
              <a:ext uri="{FF2B5EF4-FFF2-40B4-BE49-F238E27FC236}">
                <a16:creationId xmlns:a16="http://schemas.microsoft.com/office/drawing/2014/main" id="{863C94E5-CE74-4D6A-9F49-C37E7A44E456}"/>
              </a:ext>
            </a:extLst>
          </p:cNvPr>
          <p:cNvSpPr>
            <a:spLocks noGrp="1"/>
          </p:cNvSpPr>
          <p:nvPr/>
        </p:nvSpPr>
        <p:spPr>
          <a:xfrm flipV="1">
            <a:off x="9534525" y="7899399"/>
            <a:ext cx="123825" cy="4762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0" name="d_sd_seg_6">
            <a:extLst>
              <a:ext uri="{FF2B5EF4-FFF2-40B4-BE49-F238E27FC236}">
                <a16:creationId xmlns:a16="http://schemas.microsoft.com/office/drawing/2014/main" id="{5C56DAB4-6725-4C4F-9592-D3795BE40101}"/>
              </a:ext>
            </a:extLst>
          </p:cNvPr>
          <p:cNvSpPr>
            <a:spLocks noGrp="1"/>
          </p:cNvSpPr>
          <p:nvPr/>
        </p:nvSpPr>
        <p:spPr>
          <a:xfrm flipV="1">
            <a:off x="9658350" y="7880349"/>
            <a:ext cx="123825" cy="190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1" name="d_sd_seg_7">
            <a:extLst>
              <a:ext uri="{FF2B5EF4-FFF2-40B4-BE49-F238E27FC236}">
                <a16:creationId xmlns:a16="http://schemas.microsoft.com/office/drawing/2014/main" id="{998FF48A-9478-41FB-9F87-19F60CAB9D49}"/>
              </a:ext>
            </a:extLst>
          </p:cNvPr>
          <p:cNvSpPr>
            <a:spLocks noGrp="1"/>
          </p:cNvSpPr>
          <p:nvPr/>
        </p:nvSpPr>
        <p:spPr>
          <a:xfrm>
            <a:off x="9782175" y="7880349"/>
            <a:ext cx="123825" cy="190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2" name="d_sd_seg_8">
            <a:extLst>
              <a:ext uri="{FF2B5EF4-FFF2-40B4-BE49-F238E27FC236}">
                <a16:creationId xmlns:a16="http://schemas.microsoft.com/office/drawing/2014/main" id="{21D11B3C-2B6E-4DF7-9899-E85E463A70CC}"/>
              </a:ext>
            </a:extLst>
          </p:cNvPr>
          <p:cNvSpPr>
            <a:spLocks noGrp="1"/>
          </p:cNvSpPr>
          <p:nvPr/>
        </p:nvSpPr>
        <p:spPr>
          <a:xfrm>
            <a:off x="9906000" y="7899399"/>
            <a:ext cx="123825" cy="47625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3" name="d_sd_seg_9">
            <a:extLst>
              <a:ext uri="{FF2B5EF4-FFF2-40B4-BE49-F238E27FC236}">
                <a16:creationId xmlns:a16="http://schemas.microsoft.com/office/drawing/2014/main" id="{03F0190D-A830-4B68-8E4E-812C4BA95F9D}"/>
              </a:ext>
            </a:extLst>
          </p:cNvPr>
          <p:cNvSpPr>
            <a:spLocks noGrp="1"/>
          </p:cNvSpPr>
          <p:nvPr/>
        </p:nvSpPr>
        <p:spPr>
          <a:xfrm>
            <a:off x="10029825" y="7947024"/>
            <a:ext cx="123825" cy="952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4" name="d_sd_seg_10">
            <a:extLst>
              <a:ext uri="{FF2B5EF4-FFF2-40B4-BE49-F238E27FC236}">
                <a16:creationId xmlns:a16="http://schemas.microsoft.com/office/drawing/2014/main" id="{6F020D70-9C94-4DD5-8706-C730C3BAEF03}"/>
              </a:ext>
            </a:extLst>
          </p:cNvPr>
          <p:cNvSpPr>
            <a:spLocks noGrp="1"/>
          </p:cNvSpPr>
          <p:nvPr/>
        </p:nvSpPr>
        <p:spPr>
          <a:xfrm>
            <a:off x="10153650" y="8042274"/>
            <a:ext cx="123825" cy="17145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5" name="d_sd_seg_11">
            <a:extLst>
              <a:ext uri="{FF2B5EF4-FFF2-40B4-BE49-F238E27FC236}">
                <a16:creationId xmlns:a16="http://schemas.microsoft.com/office/drawing/2014/main" id="{A0171E8C-B62E-49A2-B5C6-47A91EE3101E}"/>
              </a:ext>
            </a:extLst>
          </p:cNvPr>
          <p:cNvSpPr>
            <a:spLocks noGrp="1"/>
          </p:cNvSpPr>
          <p:nvPr/>
        </p:nvSpPr>
        <p:spPr>
          <a:xfrm>
            <a:off x="10277475" y="8213724"/>
            <a:ext cx="123825" cy="1905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6" name="d_sd_seg_12">
            <a:extLst>
              <a:ext uri="{FF2B5EF4-FFF2-40B4-BE49-F238E27FC236}">
                <a16:creationId xmlns:a16="http://schemas.microsoft.com/office/drawing/2014/main" id="{6D054AA0-280A-43C1-80F5-63CA38A1C903}"/>
              </a:ext>
            </a:extLst>
          </p:cNvPr>
          <p:cNvSpPr>
            <a:spLocks noGrp="1"/>
          </p:cNvSpPr>
          <p:nvPr/>
        </p:nvSpPr>
        <p:spPr>
          <a:xfrm>
            <a:off x="10401300" y="8404224"/>
            <a:ext cx="142875" cy="152400"/>
          </a:xfrm>
          <a:prstGeom prst="line">
            <a:avLst/>
          </a:prstGeom>
          <a:noFill/>
          <a:ln w="19050">
            <a:solidFill>
              <a:srgbClr val="058ED3"/>
            </a:solidFill>
            <a:prstDash val="solid"/>
          </a:ln>
        </p:spPr>
      </p:sp>
      <p:sp>
        <p:nvSpPr>
          <p:cNvPr id="867" name="d_sd_center">
            <a:extLst>
              <a:ext uri="{FF2B5EF4-FFF2-40B4-BE49-F238E27FC236}">
                <a16:creationId xmlns:a16="http://schemas.microsoft.com/office/drawing/2014/main" id="{16811D7C-A685-494F-B907-6798307CCB55}"/>
              </a:ext>
            </a:extLst>
          </p:cNvPr>
          <p:cNvSpPr>
            <a:spLocks noGrp="1"/>
          </p:cNvSpPr>
          <p:nvPr/>
        </p:nvSpPr>
        <p:spPr>
          <a:xfrm>
            <a:off x="9782175" y="7880349"/>
            <a:ext cx="0" cy="714375"/>
          </a:xfrm>
          <a:prstGeom prst="line">
            <a:avLst/>
          </a:prstGeom>
          <a:noFill/>
          <a:ln w="9525">
            <a:solidFill>
              <a:srgbClr val="7B8794"/>
            </a:solidFill>
            <a:prstDash val="dash"/>
          </a:ln>
        </p:spPr>
      </p:sp>
      <p:sp>
        <p:nvSpPr>
          <p:cNvPr id="868" name="d_sd_span">
            <a:extLst>
              <a:ext uri="{FF2B5EF4-FFF2-40B4-BE49-F238E27FC236}">
                <a16:creationId xmlns:a16="http://schemas.microsoft.com/office/drawing/2014/main" id="{36048395-A8EF-443C-ABED-0F5857B19734}"/>
              </a:ext>
            </a:extLst>
          </p:cNvPr>
          <p:cNvSpPr>
            <a:spLocks noGrp="1"/>
          </p:cNvSpPr>
          <p:nvPr/>
        </p:nvSpPr>
        <p:spPr>
          <a:xfrm>
            <a:off x="9163050" y="8680449"/>
            <a:ext cx="1238250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869" name="d_sd_left_cap">
            <a:extLst>
              <a:ext uri="{FF2B5EF4-FFF2-40B4-BE49-F238E27FC236}">
                <a16:creationId xmlns:a16="http://schemas.microsoft.com/office/drawing/2014/main" id="{BDB1C5A9-6714-4BB8-9192-E7EF2AB2B634}"/>
              </a:ext>
            </a:extLst>
          </p:cNvPr>
          <p:cNvSpPr>
            <a:spLocks noGrp="1"/>
          </p:cNvSpPr>
          <p:nvPr/>
        </p:nvSpPr>
        <p:spPr>
          <a:xfrm>
            <a:off x="9163050" y="8632824"/>
            <a:ext cx="0" cy="9525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870" name="d_sd_right_cap">
            <a:extLst>
              <a:ext uri="{FF2B5EF4-FFF2-40B4-BE49-F238E27FC236}">
                <a16:creationId xmlns:a16="http://schemas.microsoft.com/office/drawing/2014/main" id="{C756DC03-3133-47FE-8DD5-C634B177646A}"/>
              </a:ext>
            </a:extLst>
          </p:cNvPr>
          <p:cNvSpPr>
            <a:spLocks noGrp="1"/>
          </p:cNvSpPr>
          <p:nvPr/>
        </p:nvSpPr>
        <p:spPr>
          <a:xfrm>
            <a:off x="10401300" y="8632824"/>
            <a:ext cx="0" cy="9525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</p:sp>
      <p:sp>
        <p:nvSpPr>
          <p:cNvPr id="871" name="d_sd_label">
            <a:extLst>
              <a:ext uri="{FF2B5EF4-FFF2-40B4-BE49-F238E27FC236}">
                <a16:creationId xmlns:a16="http://schemas.microsoft.com/office/drawing/2014/main" id="{3133328A-7BC0-4EA1-AF98-0BCC4F30A95D}"/>
              </a:ext>
            </a:extLst>
          </p:cNvPr>
          <p:cNvSpPr>
            <a:spLocks noGrp="1"/>
          </p:cNvSpPr>
          <p:nvPr/>
        </p:nvSpPr>
        <p:spPr>
          <a:xfrm>
            <a:off x="9591675" y="8699499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90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SD</a:t>
            </a:r>
          </a:p>
        </p:txBody>
      </p:sp>
      <p:sp>
        <p:nvSpPr>
          <p:cNvPr id="872" name="d_prediction_label">
            <a:extLst>
              <a:ext uri="{FF2B5EF4-FFF2-40B4-BE49-F238E27FC236}">
                <a16:creationId xmlns:a16="http://schemas.microsoft.com/office/drawing/2014/main" id="{EE8BC9C0-BD90-4CC4-9E27-20CE2EA77352}"/>
              </a:ext>
            </a:extLst>
          </p:cNvPr>
          <p:cNvSpPr>
            <a:spLocks noGrp="1"/>
          </p:cNvSpPr>
          <p:nvPr/>
        </p:nvSpPr>
        <p:spPr>
          <a:xfrm>
            <a:off x="10048875" y="7893450"/>
            <a:ext cx="742949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9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Prediction</a:t>
            </a:r>
          </a:p>
          <a:p>
            <a:pPr algn="ctr">
              <a:defRPr sz="69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SD</a:t>
            </a:r>
          </a:p>
        </p:txBody>
      </p:sp>
      <p:sp>
        <p:nvSpPr>
          <p:cNvPr id="873" name="d_sd_to_rank">
            <a:extLst>
              <a:ext uri="{FF2B5EF4-FFF2-40B4-BE49-F238E27FC236}">
                <a16:creationId xmlns:a16="http://schemas.microsoft.com/office/drawing/2014/main" id="{FEF1789F-E02F-41F0-8F42-89A8CD0DC181}"/>
              </a:ext>
            </a:extLst>
          </p:cNvPr>
          <p:cNvSpPr>
            <a:spLocks noGrp="1"/>
          </p:cNvSpPr>
          <p:nvPr/>
        </p:nvSpPr>
        <p:spPr>
          <a:xfrm>
            <a:off x="9725022" y="8894231"/>
            <a:ext cx="104775" cy="171450"/>
          </a:xfrm>
          <a:prstGeom prst="down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sp>
        <p:nvSpPr>
          <p:cNvPr id="874" name="d_rank_title">
            <a:extLst>
              <a:ext uri="{FF2B5EF4-FFF2-40B4-BE49-F238E27FC236}">
                <a16:creationId xmlns:a16="http://schemas.microsoft.com/office/drawing/2014/main" id="{98895393-0D06-418E-848F-9808A7013A01}"/>
              </a:ext>
            </a:extLst>
          </p:cNvPr>
          <p:cNvSpPr>
            <a:spLocks noGrp="1"/>
          </p:cNvSpPr>
          <p:nvPr/>
        </p:nvSpPr>
        <p:spPr>
          <a:xfrm>
            <a:off x="9020175" y="9029698"/>
            <a:ext cx="1653117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788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Candidate prioritization</a:t>
            </a:r>
          </a:p>
        </p:txBody>
      </p:sp>
      <p:sp>
        <p:nvSpPr>
          <p:cNvPr id="875" name="d_rank_y_axis">
            <a:extLst>
              <a:ext uri="{FF2B5EF4-FFF2-40B4-BE49-F238E27FC236}">
                <a16:creationId xmlns:a16="http://schemas.microsoft.com/office/drawing/2014/main" id="{81B7CC32-B93D-425C-B217-E82533E2D93B}"/>
              </a:ext>
            </a:extLst>
          </p:cNvPr>
          <p:cNvSpPr>
            <a:spLocks noGrp="1"/>
          </p:cNvSpPr>
          <p:nvPr/>
        </p:nvSpPr>
        <p:spPr>
          <a:xfrm>
            <a:off x="8982075" y="9290049"/>
            <a:ext cx="0" cy="70485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876" name="d_rank_y_tick_0">
            <a:extLst>
              <a:ext uri="{FF2B5EF4-FFF2-40B4-BE49-F238E27FC236}">
                <a16:creationId xmlns:a16="http://schemas.microsoft.com/office/drawing/2014/main" id="{B1472B0A-BFAB-4BB2-BFAB-60DFF5D64289}"/>
              </a:ext>
            </a:extLst>
          </p:cNvPr>
          <p:cNvSpPr>
            <a:spLocks noGrp="1"/>
          </p:cNvSpPr>
          <p:nvPr/>
        </p:nvSpPr>
        <p:spPr>
          <a:xfrm>
            <a:off x="8943975" y="999489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77" name="d_rank_y_tick_label_0">
            <a:extLst>
              <a:ext uri="{FF2B5EF4-FFF2-40B4-BE49-F238E27FC236}">
                <a16:creationId xmlns:a16="http://schemas.microsoft.com/office/drawing/2014/main" id="{4F11EA29-1E3D-4182-A163-5DE2D2205830}"/>
              </a:ext>
            </a:extLst>
          </p:cNvPr>
          <p:cNvSpPr>
            <a:spLocks noGrp="1"/>
          </p:cNvSpPr>
          <p:nvPr/>
        </p:nvSpPr>
        <p:spPr>
          <a:xfrm>
            <a:off x="8740775" y="9878482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78" name="d_rank_y_tick_1">
            <a:extLst>
              <a:ext uri="{FF2B5EF4-FFF2-40B4-BE49-F238E27FC236}">
                <a16:creationId xmlns:a16="http://schemas.microsoft.com/office/drawing/2014/main" id="{C3187A39-24B5-444F-B81F-8F41F14745FA}"/>
              </a:ext>
            </a:extLst>
          </p:cNvPr>
          <p:cNvSpPr>
            <a:spLocks noGrp="1"/>
          </p:cNvSpPr>
          <p:nvPr/>
        </p:nvSpPr>
        <p:spPr>
          <a:xfrm>
            <a:off x="8943975" y="9642474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79" name="d_rank_y_tick_label_1">
            <a:extLst>
              <a:ext uri="{FF2B5EF4-FFF2-40B4-BE49-F238E27FC236}">
                <a16:creationId xmlns:a16="http://schemas.microsoft.com/office/drawing/2014/main" id="{D78B0BC1-92BD-4FA1-B155-26E4FB21F131}"/>
              </a:ext>
            </a:extLst>
          </p:cNvPr>
          <p:cNvSpPr>
            <a:spLocks noGrp="1"/>
          </p:cNvSpPr>
          <p:nvPr/>
        </p:nvSpPr>
        <p:spPr>
          <a:xfrm>
            <a:off x="8740775" y="9526057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880" name="d_rank_y_tick_2">
            <a:extLst>
              <a:ext uri="{FF2B5EF4-FFF2-40B4-BE49-F238E27FC236}">
                <a16:creationId xmlns:a16="http://schemas.microsoft.com/office/drawing/2014/main" id="{EB6BAE11-5A58-4414-9B7A-A34A239298A8}"/>
              </a:ext>
            </a:extLst>
          </p:cNvPr>
          <p:cNvSpPr>
            <a:spLocks noGrp="1"/>
          </p:cNvSpPr>
          <p:nvPr/>
        </p:nvSpPr>
        <p:spPr>
          <a:xfrm>
            <a:off x="8943975" y="929004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1" name="d_rank_y_tick_label_2">
            <a:extLst>
              <a:ext uri="{FF2B5EF4-FFF2-40B4-BE49-F238E27FC236}">
                <a16:creationId xmlns:a16="http://schemas.microsoft.com/office/drawing/2014/main" id="{3DFFA2F7-07DF-474A-A50D-179FFD8B4BB7}"/>
              </a:ext>
            </a:extLst>
          </p:cNvPr>
          <p:cNvSpPr>
            <a:spLocks noGrp="1"/>
          </p:cNvSpPr>
          <p:nvPr/>
        </p:nvSpPr>
        <p:spPr>
          <a:xfrm>
            <a:off x="8740775" y="9173632"/>
            <a:ext cx="20002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883" name="d_rank_x_tick_0">
            <a:extLst>
              <a:ext uri="{FF2B5EF4-FFF2-40B4-BE49-F238E27FC236}">
                <a16:creationId xmlns:a16="http://schemas.microsoft.com/office/drawing/2014/main" id="{25348E1E-CB7E-4832-B689-5F662CDF803C}"/>
              </a:ext>
            </a:extLst>
          </p:cNvPr>
          <p:cNvSpPr>
            <a:spLocks noGrp="1"/>
          </p:cNvSpPr>
          <p:nvPr/>
        </p:nvSpPr>
        <p:spPr>
          <a:xfrm>
            <a:off x="91154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4" name="d_rank_x_tick_1">
            <a:extLst>
              <a:ext uri="{FF2B5EF4-FFF2-40B4-BE49-F238E27FC236}">
                <a16:creationId xmlns:a16="http://schemas.microsoft.com/office/drawing/2014/main" id="{545FD95B-0822-4247-ADEB-F216A9FBD01C}"/>
              </a:ext>
            </a:extLst>
          </p:cNvPr>
          <p:cNvSpPr>
            <a:spLocks noGrp="1"/>
          </p:cNvSpPr>
          <p:nvPr/>
        </p:nvSpPr>
        <p:spPr>
          <a:xfrm>
            <a:off x="93821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5" name="d_rank_x_tick_2">
            <a:extLst>
              <a:ext uri="{FF2B5EF4-FFF2-40B4-BE49-F238E27FC236}">
                <a16:creationId xmlns:a16="http://schemas.microsoft.com/office/drawing/2014/main" id="{E652BAB8-BD1F-4BDC-8723-17D74B9C348C}"/>
              </a:ext>
            </a:extLst>
          </p:cNvPr>
          <p:cNvSpPr>
            <a:spLocks noGrp="1"/>
          </p:cNvSpPr>
          <p:nvPr/>
        </p:nvSpPr>
        <p:spPr>
          <a:xfrm>
            <a:off x="96488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6" name="d_rank_x_tick_3">
            <a:extLst>
              <a:ext uri="{FF2B5EF4-FFF2-40B4-BE49-F238E27FC236}">
                <a16:creationId xmlns:a16="http://schemas.microsoft.com/office/drawing/2014/main" id="{FE0729F7-AED5-4F86-8EA0-50F1AF4B57A6}"/>
              </a:ext>
            </a:extLst>
          </p:cNvPr>
          <p:cNvSpPr>
            <a:spLocks noGrp="1"/>
          </p:cNvSpPr>
          <p:nvPr/>
        </p:nvSpPr>
        <p:spPr>
          <a:xfrm>
            <a:off x="99155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7" name="d_rank_x_tick_4">
            <a:extLst>
              <a:ext uri="{FF2B5EF4-FFF2-40B4-BE49-F238E27FC236}">
                <a16:creationId xmlns:a16="http://schemas.microsoft.com/office/drawing/2014/main" id="{9AAA39D4-E322-4160-A1D9-2AA5A1635E7D}"/>
              </a:ext>
            </a:extLst>
          </p:cNvPr>
          <p:cNvSpPr>
            <a:spLocks noGrp="1"/>
          </p:cNvSpPr>
          <p:nvPr/>
        </p:nvSpPr>
        <p:spPr>
          <a:xfrm>
            <a:off x="10182225" y="999489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888" name="d_rank_bar_0">
            <a:extLst>
              <a:ext uri="{FF2B5EF4-FFF2-40B4-BE49-F238E27FC236}">
                <a16:creationId xmlns:a16="http://schemas.microsoft.com/office/drawing/2014/main" id="{CE95A406-D098-4F76-9924-7487FD2A49AB}"/>
              </a:ext>
            </a:extLst>
          </p:cNvPr>
          <p:cNvSpPr>
            <a:spLocks noGrp="1"/>
          </p:cNvSpPr>
          <p:nvPr/>
        </p:nvSpPr>
        <p:spPr>
          <a:xfrm>
            <a:off x="10106036" y="9878313"/>
            <a:ext cx="152400" cy="116586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889" name="d_rank_bar_1">
            <a:extLst>
              <a:ext uri="{FF2B5EF4-FFF2-40B4-BE49-F238E27FC236}">
                <a16:creationId xmlns:a16="http://schemas.microsoft.com/office/drawing/2014/main" id="{994D9C7D-A6B4-4164-9ADD-4E0804599B69}"/>
              </a:ext>
            </a:extLst>
          </p:cNvPr>
          <p:cNvSpPr>
            <a:spLocks noGrp="1"/>
          </p:cNvSpPr>
          <p:nvPr/>
        </p:nvSpPr>
        <p:spPr>
          <a:xfrm>
            <a:off x="9839326" y="9787508"/>
            <a:ext cx="152400" cy="213741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890" name="d_rank_bar_2">
            <a:extLst>
              <a:ext uri="{FF2B5EF4-FFF2-40B4-BE49-F238E27FC236}">
                <a16:creationId xmlns:a16="http://schemas.microsoft.com/office/drawing/2014/main" id="{772A979E-E02F-49D5-BDC8-A5065A4AE991}"/>
              </a:ext>
            </a:extLst>
          </p:cNvPr>
          <p:cNvSpPr>
            <a:spLocks noGrp="1"/>
          </p:cNvSpPr>
          <p:nvPr/>
        </p:nvSpPr>
        <p:spPr>
          <a:xfrm>
            <a:off x="9572625" y="9664572"/>
            <a:ext cx="152400" cy="330327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91" name="d_rank_bar_3">
            <a:extLst>
              <a:ext uri="{FF2B5EF4-FFF2-40B4-BE49-F238E27FC236}">
                <a16:creationId xmlns:a16="http://schemas.microsoft.com/office/drawing/2014/main" id="{ABDB768D-7F3D-4345-A818-BD13503CCCCE}"/>
              </a:ext>
            </a:extLst>
          </p:cNvPr>
          <p:cNvSpPr>
            <a:spLocks noGrp="1"/>
          </p:cNvSpPr>
          <p:nvPr/>
        </p:nvSpPr>
        <p:spPr>
          <a:xfrm>
            <a:off x="9308036" y="9522078"/>
            <a:ext cx="152400" cy="472821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92" name="d_rank_bar_4">
            <a:extLst>
              <a:ext uri="{FF2B5EF4-FFF2-40B4-BE49-F238E27FC236}">
                <a16:creationId xmlns:a16="http://schemas.microsoft.com/office/drawing/2014/main" id="{4DEB2675-A4C5-42EA-8C73-8E96625C8DC8}"/>
              </a:ext>
            </a:extLst>
          </p:cNvPr>
          <p:cNvSpPr>
            <a:spLocks noGrp="1"/>
          </p:cNvSpPr>
          <p:nvPr/>
        </p:nvSpPr>
        <p:spPr>
          <a:xfrm>
            <a:off x="9041328" y="9386061"/>
            <a:ext cx="152400" cy="608838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893" name="d_rank_xt_0">
            <a:extLst>
              <a:ext uri="{FF2B5EF4-FFF2-40B4-BE49-F238E27FC236}">
                <a16:creationId xmlns:a16="http://schemas.microsoft.com/office/drawing/2014/main" id="{34259BDC-810A-48C5-A68D-CAFC37C08B0B}"/>
              </a:ext>
            </a:extLst>
          </p:cNvPr>
          <p:cNvSpPr>
            <a:spLocks noGrp="1"/>
          </p:cNvSpPr>
          <p:nvPr/>
        </p:nvSpPr>
        <p:spPr>
          <a:xfrm>
            <a:off x="9048750" y="10030882"/>
            <a:ext cx="1333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94" name="d_rank_xt_1">
            <a:extLst>
              <a:ext uri="{FF2B5EF4-FFF2-40B4-BE49-F238E27FC236}">
                <a16:creationId xmlns:a16="http://schemas.microsoft.com/office/drawing/2014/main" id="{B97CC154-5244-4C58-A805-6C7006AC570B}"/>
              </a:ext>
            </a:extLst>
          </p:cNvPr>
          <p:cNvSpPr>
            <a:spLocks noGrp="1"/>
          </p:cNvSpPr>
          <p:nvPr/>
        </p:nvSpPr>
        <p:spPr>
          <a:xfrm>
            <a:off x="9315450" y="10030882"/>
            <a:ext cx="1333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95" name="d_rank_xt_2">
            <a:extLst>
              <a:ext uri="{FF2B5EF4-FFF2-40B4-BE49-F238E27FC236}">
                <a16:creationId xmlns:a16="http://schemas.microsoft.com/office/drawing/2014/main" id="{8F4865D5-FC56-41F2-858B-4E016DBF7FCE}"/>
              </a:ext>
            </a:extLst>
          </p:cNvPr>
          <p:cNvSpPr>
            <a:spLocks noGrp="1"/>
          </p:cNvSpPr>
          <p:nvPr/>
        </p:nvSpPr>
        <p:spPr>
          <a:xfrm>
            <a:off x="9582150" y="10030882"/>
            <a:ext cx="1333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96" name="d_rank_xt_3">
            <a:extLst>
              <a:ext uri="{FF2B5EF4-FFF2-40B4-BE49-F238E27FC236}">
                <a16:creationId xmlns:a16="http://schemas.microsoft.com/office/drawing/2014/main" id="{7251C50E-0E0A-4DCD-9D6A-14527400D417}"/>
              </a:ext>
            </a:extLst>
          </p:cNvPr>
          <p:cNvSpPr>
            <a:spLocks noGrp="1"/>
          </p:cNvSpPr>
          <p:nvPr/>
        </p:nvSpPr>
        <p:spPr>
          <a:xfrm>
            <a:off x="9848850" y="10030882"/>
            <a:ext cx="1333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97" name="d_rank_xt_4">
            <a:extLst>
              <a:ext uri="{FF2B5EF4-FFF2-40B4-BE49-F238E27FC236}">
                <a16:creationId xmlns:a16="http://schemas.microsoft.com/office/drawing/2014/main" id="{156B534A-359B-4D8C-B844-8DA1B062B9E6}"/>
              </a:ext>
            </a:extLst>
          </p:cNvPr>
          <p:cNvSpPr>
            <a:spLocks noGrp="1"/>
          </p:cNvSpPr>
          <p:nvPr/>
        </p:nvSpPr>
        <p:spPr>
          <a:xfrm>
            <a:off x="10115550" y="10030882"/>
            <a:ext cx="133350" cy="14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98" name="d_rank_xlabel">
            <a:extLst>
              <a:ext uri="{FF2B5EF4-FFF2-40B4-BE49-F238E27FC236}">
                <a16:creationId xmlns:a16="http://schemas.microsoft.com/office/drawing/2014/main" id="{FC1BCED3-C06B-440A-BCE7-A69EB1327752}"/>
              </a:ext>
            </a:extLst>
          </p:cNvPr>
          <p:cNvSpPr>
            <a:spLocks noGrp="1"/>
          </p:cNvSpPr>
          <p:nvPr/>
        </p:nvSpPr>
        <p:spPr>
          <a:xfrm>
            <a:off x="9182099" y="10206564"/>
            <a:ext cx="1142999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62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Candidate DBPs</a:t>
            </a:r>
          </a:p>
        </p:txBody>
      </p:sp>
      <p:pic>
        <p:nvPicPr>
          <p:cNvPr id="1463" name="图形 1462"/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/>
        </p:blipFill>
        <p:spPr>
          <a:xfrm>
            <a:off x="10896600" y="6518274"/>
            <a:ext cx="1181100" cy="742950"/>
          </a:xfrm>
          <a:prstGeom prst="rect">
            <a:avLst/>
          </a:prstGeom>
        </p:spPr>
      </p:pic>
      <p:sp>
        <p:nvSpPr>
          <p:cNvPr id="901" name="d_plant_arrow">
            <a:extLst>
              <a:ext uri="{FF2B5EF4-FFF2-40B4-BE49-F238E27FC236}">
                <a16:creationId xmlns:a16="http://schemas.microsoft.com/office/drawing/2014/main" id="{D4BDAD41-88A0-4D8B-8193-BC3DC40E12CC}"/>
              </a:ext>
            </a:extLst>
          </p:cNvPr>
          <p:cNvSpPr>
            <a:spLocks noGrp="1"/>
          </p:cNvSpPr>
          <p:nvPr/>
        </p:nvSpPr>
        <p:spPr>
          <a:xfrm>
            <a:off x="12106275" y="6823074"/>
            <a:ext cx="257175" cy="85725"/>
          </a:xfrm>
          <a:prstGeom prst="rightArrow">
            <a:avLst/>
          </a:prstGeom>
          <a:solidFill>
            <a:srgbClr val="111111"/>
          </a:solidFill>
          <a:ln w="4763">
            <a:solidFill>
              <a:srgbClr val="111111"/>
            </a:solidFill>
            <a:prstDash val="solid"/>
          </a:ln>
        </p:spPr>
      </p:sp>
      <p:pic>
        <p:nvPicPr>
          <p:cNvPr id="1465" name="图形 1464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/>
        </p:blipFill>
        <p:spPr>
          <a:xfrm>
            <a:off x="12401550" y="6537324"/>
            <a:ext cx="409575" cy="714375"/>
          </a:xfrm>
          <a:prstGeom prst="rect">
            <a:avLst/>
          </a:prstGeom>
        </p:spPr>
      </p:pic>
      <p:sp>
        <p:nvSpPr>
          <p:cNvPr id="909" name="d_exposure_title">
            <a:extLst>
              <a:ext uri="{FF2B5EF4-FFF2-40B4-BE49-F238E27FC236}">
                <a16:creationId xmlns:a16="http://schemas.microsoft.com/office/drawing/2014/main" id="{585F2E08-78D6-4761-991C-F3C9F6CAA400}"/>
              </a:ext>
            </a:extLst>
          </p:cNvPr>
          <p:cNvSpPr>
            <a:spLocks noGrp="1"/>
          </p:cNvSpPr>
          <p:nvPr/>
        </p:nvSpPr>
        <p:spPr>
          <a:xfrm>
            <a:off x="10925175" y="7642224"/>
            <a:ext cx="838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863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Exposure</a:t>
            </a:r>
          </a:p>
        </p:txBody>
      </p:sp>
      <p:sp>
        <p:nvSpPr>
          <p:cNvPr id="911" name="d_exposure_y_axis">
            <a:extLst>
              <a:ext uri="{FF2B5EF4-FFF2-40B4-BE49-F238E27FC236}">
                <a16:creationId xmlns:a16="http://schemas.microsoft.com/office/drawing/2014/main" id="{E1AAAE6C-4E95-4A83-ACC8-1E6D0D143520}"/>
              </a:ext>
            </a:extLst>
          </p:cNvPr>
          <p:cNvSpPr>
            <a:spLocks noGrp="1"/>
          </p:cNvSpPr>
          <p:nvPr/>
        </p:nvSpPr>
        <p:spPr>
          <a:xfrm>
            <a:off x="10982325" y="7884579"/>
            <a:ext cx="0" cy="7620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912" name="d_exposure_y_tick_0">
            <a:extLst>
              <a:ext uri="{FF2B5EF4-FFF2-40B4-BE49-F238E27FC236}">
                <a16:creationId xmlns:a16="http://schemas.microsoft.com/office/drawing/2014/main" id="{5C6F22D6-DC61-4147-A775-4B281D730672}"/>
              </a:ext>
            </a:extLst>
          </p:cNvPr>
          <p:cNvSpPr>
            <a:spLocks noGrp="1"/>
          </p:cNvSpPr>
          <p:nvPr/>
        </p:nvSpPr>
        <p:spPr>
          <a:xfrm>
            <a:off x="10944225" y="8646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13" name="d_exposure_y_tick_label_0">
            <a:extLst>
              <a:ext uri="{FF2B5EF4-FFF2-40B4-BE49-F238E27FC236}">
                <a16:creationId xmlns:a16="http://schemas.microsoft.com/office/drawing/2014/main" id="{6A33772D-B6D8-42D4-BA81-94DBE7430949}"/>
              </a:ext>
            </a:extLst>
          </p:cNvPr>
          <p:cNvSpPr>
            <a:spLocks noGrp="1"/>
          </p:cNvSpPr>
          <p:nvPr/>
        </p:nvSpPr>
        <p:spPr>
          <a:xfrm>
            <a:off x="10782300" y="8551329"/>
            <a:ext cx="1714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14" name="d_exposure_y_tick_1">
            <a:extLst>
              <a:ext uri="{FF2B5EF4-FFF2-40B4-BE49-F238E27FC236}">
                <a16:creationId xmlns:a16="http://schemas.microsoft.com/office/drawing/2014/main" id="{1A076ACC-63F2-4FE4-B936-7E03BC2B1BFB}"/>
              </a:ext>
            </a:extLst>
          </p:cNvPr>
          <p:cNvSpPr>
            <a:spLocks noGrp="1"/>
          </p:cNvSpPr>
          <p:nvPr/>
        </p:nvSpPr>
        <p:spPr>
          <a:xfrm>
            <a:off x="10944225" y="84560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15" name="d_exposure_y_tick_label_1">
            <a:extLst>
              <a:ext uri="{FF2B5EF4-FFF2-40B4-BE49-F238E27FC236}">
                <a16:creationId xmlns:a16="http://schemas.microsoft.com/office/drawing/2014/main" id="{2DF4BD7E-4C18-4EC2-8137-227BD9EF8449}"/>
              </a:ext>
            </a:extLst>
          </p:cNvPr>
          <p:cNvSpPr>
            <a:spLocks noGrp="1"/>
          </p:cNvSpPr>
          <p:nvPr/>
        </p:nvSpPr>
        <p:spPr>
          <a:xfrm>
            <a:off x="10782300" y="8360829"/>
            <a:ext cx="1714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16" name="d_exposure_y_tick_2">
            <a:extLst>
              <a:ext uri="{FF2B5EF4-FFF2-40B4-BE49-F238E27FC236}">
                <a16:creationId xmlns:a16="http://schemas.microsoft.com/office/drawing/2014/main" id="{F2A26523-5970-4A8A-AD5E-54C344A3CC63}"/>
              </a:ext>
            </a:extLst>
          </p:cNvPr>
          <p:cNvSpPr>
            <a:spLocks noGrp="1"/>
          </p:cNvSpPr>
          <p:nvPr/>
        </p:nvSpPr>
        <p:spPr>
          <a:xfrm>
            <a:off x="10944225" y="8265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17" name="d_exposure_y_tick_label_2">
            <a:extLst>
              <a:ext uri="{FF2B5EF4-FFF2-40B4-BE49-F238E27FC236}">
                <a16:creationId xmlns:a16="http://schemas.microsoft.com/office/drawing/2014/main" id="{A10CE050-25BC-425A-AF89-5333590EDFCB}"/>
              </a:ext>
            </a:extLst>
          </p:cNvPr>
          <p:cNvSpPr>
            <a:spLocks noGrp="1"/>
          </p:cNvSpPr>
          <p:nvPr/>
        </p:nvSpPr>
        <p:spPr>
          <a:xfrm>
            <a:off x="10782300" y="8170329"/>
            <a:ext cx="1714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18" name="d_exposure_y_tick_3">
            <a:extLst>
              <a:ext uri="{FF2B5EF4-FFF2-40B4-BE49-F238E27FC236}">
                <a16:creationId xmlns:a16="http://schemas.microsoft.com/office/drawing/2014/main" id="{3E591FC0-60FE-4C6F-B64E-78E52591C301}"/>
              </a:ext>
            </a:extLst>
          </p:cNvPr>
          <p:cNvSpPr>
            <a:spLocks noGrp="1"/>
          </p:cNvSpPr>
          <p:nvPr/>
        </p:nvSpPr>
        <p:spPr>
          <a:xfrm>
            <a:off x="10944225" y="80750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19" name="d_exposure_y_tick_label_3">
            <a:extLst>
              <a:ext uri="{FF2B5EF4-FFF2-40B4-BE49-F238E27FC236}">
                <a16:creationId xmlns:a16="http://schemas.microsoft.com/office/drawing/2014/main" id="{E37F5913-581A-4C66-B6C5-92614D991DF6}"/>
              </a:ext>
            </a:extLst>
          </p:cNvPr>
          <p:cNvSpPr>
            <a:spLocks noGrp="1"/>
          </p:cNvSpPr>
          <p:nvPr/>
        </p:nvSpPr>
        <p:spPr>
          <a:xfrm>
            <a:off x="10782300" y="7979829"/>
            <a:ext cx="1714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20" name="d_exposure_y_tick_4">
            <a:extLst>
              <a:ext uri="{FF2B5EF4-FFF2-40B4-BE49-F238E27FC236}">
                <a16:creationId xmlns:a16="http://schemas.microsoft.com/office/drawing/2014/main" id="{CF999A67-F320-4422-B5B9-8D5EAD7D429C}"/>
              </a:ext>
            </a:extLst>
          </p:cNvPr>
          <p:cNvSpPr>
            <a:spLocks noGrp="1"/>
          </p:cNvSpPr>
          <p:nvPr/>
        </p:nvSpPr>
        <p:spPr>
          <a:xfrm>
            <a:off x="10944225" y="7884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21" name="d_exposure_y_tick_label_4">
            <a:extLst>
              <a:ext uri="{FF2B5EF4-FFF2-40B4-BE49-F238E27FC236}">
                <a16:creationId xmlns:a16="http://schemas.microsoft.com/office/drawing/2014/main" id="{ACC4D11F-2B27-4D41-B955-DF713E522856}"/>
              </a:ext>
            </a:extLst>
          </p:cNvPr>
          <p:cNvSpPr>
            <a:spLocks noGrp="1"/>
          </p:cNvSpPr>
          <p:nvPr/>
        </p:nvSpPr>
        <p:spPr>
          <a:xfrm>
            <a:off x="10782300" y="7789329"/>
            <a:ext cx="1714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23" name="d_exposure_x_tick_0">
            <a:extLst>
              <a:ext uri="{FF2B5EF4-FFF2-40B4-BE49-F238E27FC236}">
                <a16:creationId xmlns:a16="http://schemas.microsoft.com/office/drawing/2014/main" id="{C9B8F9DE-922B-4E83-8BC4-89E317509AE7}"/>
              </a:ext>
            </a:extLst>
          </p:cNvPr>
          <p:cNvSpPr>
            <a:spLocks noGrp="1"/>
          </p:cNvSpPr>
          <p:nvPr/>
        </p:nvSpPr>
        <p:spPr>
          <a:xfrm>
            <a:off x="1111567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24" name="d_exposure_x_tick_1">
            <a:extLst>
              <a:ext uri="{FF2B5EF4-FFF2-40B4-BE49-F238E27FC236}">
                <a16:creationId xmlns:a16="http://schemas.microsoft.com/office/drawing/2014/main" id="{0F50FF95-4738-4DD3-8073-1134BC38441E}"/>
              </a:ext>
            </a:extLst>
          </p:cNvPr>
          <p:cNvSpPr>
            <a:spLocks noGrp="1"/>
          </p:cNvSpPr>
          <p:nvPr/>
        </p:nvSpPr>
        <p:spPr>
          <a:xfrm>
            <a:off x="1128712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25" name="d_exposure_x_tick_2">
            <a:extLst>
              <a:ext uri="{FF2B5EF4-FFF2-40B4-BE49-F238E27FC236}">
                <a16:creationId xmlns:a16="http://schemas.microsoft.com/office/drawing/2014/main" id="{38FC2BE6-C5FD-4B1D-8147-F751B60034D8}"/>
              </a:ext>
            </a:extLst>
          </p:cNvPr>
          <p:cNvSpPr>
            <a:spLocks noGrp="1"/>
          </p:cNvSpPr>
          <p:nvPr/>
        </p:nvSpPr>
        <p:spPr>
          <a:xfrm>
            <a:off x="1145857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26" name="d_exposure_x_tick_3">
            <a:extLst>
              <a:ext uri="{FF2B5EF4-FFF2-40B4-BE49-F238E27FC236}">
                <a16:creationId xmlns:a16="http://schemas.microsoft.com/office/drawing/2014/main" id="{91000D7B-8BD3-4733-845F-69D7FEDEDD21}"/>
              </a:ext>
            </a:extLst>
          </p:cNvPr>
          <p:cNvSpPr>
            <a:spLocks noGrp="1"/>
          </p:cNvSpPr>
          <p:nvPr/>
        </p:nvSpPr>
        <p:spPr>
          <a:xfrm>
            <a:off x="1163002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27" name="d_exposure_bar_0">
            <a:extLst>
              <a:ext uri="{FF2B5EF4-FFF2-40B4-BE49-F238E27FC236}">
                <a16:creationId xmlns:a16="http://schemas.microsoft.com/office/drawing/2014/main" id="{ACBA978C-4863-4DBF-B3C0-481A4C13214E}"/>
              </a:ext>
            </a:extLst>
          </p:cNvPr>
          <p:cNvSpPr>
            <a:spLocks noGrp="1"/>
          </p:cNvSpPr>
          <p:nvPr/>
        </p:nvSpPr>
        <p:spPr>
          <a:xfrm>
            <a:off x="11058525" y="8475129"/>
            <a:ext cx="114300" cy="171450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928" name="d_exposure_bar_1">
            <a:extLst>
              <a:ext uri="{FF2B5EF4-FFF2-40B4-BE49-F238E27FC236}">
                <a16:creationId xmlns:a16="http://schemas.microsoft.com/office/drawing/2014/main" id="{7F726C62-61DF-4D53-A3CF-935BF89A329E}"/>
              </a:ext>
            </a:extLst>
          </p:cNvPr>
          <p:cNvSpPr>
            <a:spLocks noGrp="1"/>
          </p:cNvSpPr>
          <p:nvPr/>
        </p:nvSpPr>
        <p:spPr>
          <a:xfrm>
            <a:off x="11229975" y="8344827"/>
            <a:ext cx="114300" cy="301752"/>
          </a:xfrm>
          <a:prstGeom prst="rect">
            <a:avLst/>
          </a:prstGeom>
          <a:solidFill>
            <a:srgbClr val="8DD6F7"/>
          </a:solidFill>
          <a:ln w="3810">
            <a:solidFill>
              <a:srgbClr val="8DD6F7"/>
            </a:solidFill>
            <a:prstDash val="solid"/>
          </a:ln>
        </p:spPr>
      </p:sp>
      <p:sp>
        <p:nvSpPr>
          <p:cNvPr id="929" name="d_exposure_bar_2">
            <a:extLst>
              <a:ext uri="{FF2B5EF4-FFF2-40B4-BE49-F238E27FC236}">
                <a16:creationId xmlns:a16="http://schemas.microsoft.com/office/drawing/2014/main" id="{C8373096-9C12-4E9D-B77C-506A5AE824D6}"/>
              </a:ext>
            </a:extLst>
          </p:cNvPr>
          <p:cNvSpPr>
            <a:spLocks noGrp="1"/>
          </p:cNvSpPr>
          <p:nvPr/>
        </p:nvSpPr>
        <p:spPr>
          <a:xfrm>
            <a:off x="11401425" y="8200809"/>
            <a:ext cx="114300" cy="445770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930" name="d_exposure_bar_3">
            <a:extLst>
              <a:ext uri="{FF2B5EF4-FFF2-40B4-BE49-F238E27FC236}">
                <a16:creationId xmlns:a16="http://schemas.microsoft.com/office/drawing/2014/main" id="{2562E0F0-BEB2-4D4E-9AC3-91A25C5C1C2D}"/>
              </a:ext>
            </a:extLst>
          </p:cNvPr>
          <p:cNvSpPr>
            <a:spLocks noGrp="1"/>
          </p:cNvSpPr>
          <p:nvPr/>
        </p:nvSpPr>
        <p:spPr>
          <a:xfrm>
            <a:off x="11572875" y="8015643"/>
            <a:ext cx="114300" cy="630936"/>
          </a:xfrm>
          <a:prstGeom prst="rect">
            <a:avLst/>
          </a:prstGeom>
          <a:solidFill>
            <a:srgbClr val="058ED3"/>
          </a:solidFill>
          <a:ln w="3810">
            <a:solidFill>
              <a:srgbClr val="058ED3"/>
            </a:solidFill>
            <a:prstDash val="solid"/>
          </a:ln>
        </p:spPr>
      </p:sp>
      <p:sp>
        <p:nvSpPr>
          <p:cNvPr id="931" name="d_exposure_xlabel">
            <a:extLst>
              <a:ext uri="{FF2B5EF4-FFF2-40B4-BE49-F238E27FC236}">
                <a16:creationId xmlns:a16="http://schemas.microsoft.com/office/drawing/2014/main" id="{CA183989-2230-46DC-9973-DBD83634E86B}"/>
              </a:ext>
            </a:extLst>
          </p:cNvPr>
          <p:cNvSpPr>
            <a:spLocks noGrp="1"/>
          </p:cNvSpPr>
          <p:nvPr/>
        </p:nvSpPr>
        <p:spPr>
          <a:xfrm>
            <a:off x="11020425" y="8889995"/>
            <a:ext cx="7239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7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Compounds</a:t>
            </a:r>
          </a:p>
        </p:txBody>
      </p:sp>
      <p:sp>
        <p:nvSpPr>
          <p:cNvPr id="932" name="d_effect_title">
            <a:extLst>
              <a:ext uri="{FF2B5EF4-FFF2-40B4-BE49-F238E27FC236}">
                <a16:creationId xmlns:a16="http://schemas.microsoft.com/office/drawing/2014/main" id="{1C6B95B5-34BB-4C8F-9A8E-6D545447064F}"/>
              </a:ext>
            </a:extLst>
          </p:cNvPr>
          <p:cNvSpPr>
            <a:spLocks noGrp="1"/>
          </p:cNvSpPr>
          <p:nvPr/>
        </p:nvSpPr>
        <p:spPr>
          <a:xfrm>
            <a:off x="11963400" y="7642224"/>
            <a:ext cx="8382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863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Effect</a:t>
            </a:r>
          </a:p>
        </p:txBody>
      </p:sp>
      <p:sp>
        <p:nvSpPr>
          <p:cNvPr id="934" name="d_effect_y_axis">
            <a:extLst>
              <a:ext uri="{FF2B5EF4-FFF2-40B4-BE49-F238E27FC236}">
                <a16:creationId xmlns:a16="http://schemas.microsoft.com/office/drawing/2014/main" id="{E4BF950E-7F37-457A-8D0E-FB2899CB2DE7}"/>
              </a:ext>
            </a:extLst>
          </p:cNvPr>
          <p:cNvSpPr>
            <a:spLocks noGrp="1"/>
          </p:cNvSpPr>
          <p:nvPr/>
        </p:nvSpPr>
        <p:spPr>
          <a:xfrm>
            <a:off x="11982450" y="7884579"/>
            <a:ext cx="0" cy="76200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935" name="d_effect_y_tick_0">
            <a:extLst>
              <a:ext uri="{FF2B5EF4-FFF2-40B4-BE49-F238E27FC236}">
                <a16:creationId xmlns:a16="http://schemas.microsoft.com/office/drawing/2014/main" id="{799A1C1C-58C1-4D86-84AE-26C7910FBA5E}"/>
              </a:ext>
            </a:extLst>
          </p:cNvPr>
          <p:cNvSpPr>
            <a:spLocks noGrp="1"/>
          </p:cNvSpPr>
          <p:nvPr/>
        </p:nvSpPr>
        <p:spPr>
          <a:xfrm>
            <a:off x="11944350" y="8646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36" name="d_effect_y_tick_label_0">
            <a:extLst>
              <a:ext uri="{FF2B5EF4-FFF2-40B4-BE49-F238E27FC236}">
                <a16:creationId xmlns:a16="http://schemas.microsoft.com/office/drawing/2014/main" id="{CF387835-DC4C-4A32-8EAD-DEE1D54B2ABE}"/>
              </a:ext>
            </a:extLst>
          </p:cNvPr>
          <p:cNvSpPr>
            <a:spLocks noGrp="1"/>
          </p:cNvSpPr>
          <p:nvPr/>
        </p:nvSpPr>
        <p:spPr>
          <a:xfrm>
            <a:off x="11763375" y="8551329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37" name="d_effect_y_tick_1">
            <a:extLst>
              <a:ext uri="{FF2B5EF4-FFF2-40B4-BE49-F238E27FC236}">
                <a16:creationId xmlns:a16="http://schemas.microsoft.com/office/drawing/2014/main" id="{43EB425E-8FB4-4AC1-83E9-84D2EEB750FB}"/>
              </a:ext>
            </a:extLst>
          </p:cNvPr>
          <p:cNvSpPr>
            <a:spLocks noGrp="1"/>
          </p:cNvSpPr>
          <p:nvPr/>
        </p:nvSpPr>
        <p:spPr>
          <a:xfrm>
            <a:off x="11944350" y="8265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38" name="d_effect_y_tick_label_1">
            <a:extLst>
              <a:ext uri="{FF2B5EF4-FFF2-40B4-BE49-F238E27FC236}">
                <a16:creationId xmlns:a16="http://schemas.microsoft.com/office/drawing/2014/main" id="{898E22BB-6408-4F20-AD92-453B655AE042}"/>
              </a:ext>
            </a:extLst>
          </p:cNvPr>
          <p:cNvSpPr>
            <a:spLocks noGrp="1"/>
          </p:cNvSpPr>
          <p:nvPr/>
        </p:nvSpPr>
        <p:spPr>
          <a:xfrm>
            <a:off x="11763375" y="8170329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50</a:t>
            </a:r>
          </a:p>
        </p:txBody>
      </p:sp>
      <p:sp>
        <p:nvSpPr>
          <p:cNvPr id="939" name="d_effect_y_tick_2">
            <a:extLst>
              <a:ext uri="{FF2B5EF4-FFF2-40B4-BE49-F238E27FC236}">
                <a16:creationId xmlns:a16="http://schemas.microsoft.com/office/drawing/2014/main" id="{3B2F68C7-E525-4307-B5C5-C93644C2F0BB}"/>
              </a:ext>
            </a:extLst>
          </p:cNvPr>
          <p:cNvSpPr>
            <a:spLocks noGrp="1"/>
          </p:cNvSpPr>
          <p:nvPr/>
        </p:nvSpPr>
        <p:spPr>
          <a:xfrm>
            <a:off x="11944350" y="7884579"/>
            <a:ext cx="38100" cy="0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0" name="d_effect_y_tick_label_2">
            <a:extLst>
              <a:ext uri="{FF2B5EF4-FFF2-40B4-BE49-F238E27FC236}">
                <a16:creationId xmlns:a16="http://schemas.microsoft.com/office/drawing/2014/main" id="{71E75F80-4274-475A-B149-29FA149AE700}"/>
              </a:ext>
            </a:extLst>
          </p:cNvPr>
          <p:cNvSpPr>
            <a:spLocks noGrp="1"/>
          </p:cNvSpPr>
          <p:nvPr/>
        </p:nvSpPr>
        <p:spPr>
          <a:xfrm>
            <a:off x="11763375" y="7789329"/>
            <a:ext cx="190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75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100</a:t>
            </a:r>
          </a:p>
        </p:txBody>
      </p:sp>
      <p:sp>
        <p:nvSpPr>
          <p:cNvPr id="941" name="d_effect_x_axis">
            <a:extLst>
              <a:ext uri="{FF2B5EF4-FFF2-40B4-BE49-F238E27FC236}">
                <a16:creationId xmlns:a16="http://schemas.microsoft.com/office/drawing/2014/main" id="{854E2CF3-69B6-46B2-8A01-AA3F0557766B}"/>
              </a:ext>
            </a:extLst>
          </p:cNvPr>
          <p:cNvSpPr>
            <a:spLocks noGrp="1"/>
          </p:cNvSpPr>
          <p:nvPr/>
        </p:nvSpPr>
        <p:spPr>
          <a:xfrm>
            <a:off x="11982450" y="8646579"/>
            <a:ext cx="847725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942" name="d_effect_x_tick_0">
            <a:extLst>
              <a:ext uri="{FF2B5EF4-FFF2-40B4-BE49-F238E27FC236}">
                <a16:creationId xmlns:a16="http://schemas.microsoft.com/office/drawing/2014/main" id="{49DF5D96-C1CD-43E8-983C-1D37E5D4C479}"/>
              </a:ext>
            </a:extLst>
          </p:cNvPr>
          <p:cNvSpPr>
            <a:spLocks noGrp="1"/>
          </p:cNvSpPr>
          <p:nvPr/>
        </p:nvSpPr>
        <p:spPr>
          <a:xfrm>
            <a:off x="12001500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3" name="d_effect_x_tick_1">
            <a:extLst>
              <a:ext uri="{FF2B5EF4-FFF2-40B4-BE49-F238E27FC236}">
                <a16:creationId xmlns:a16="http://schemas.microsoft.com/office/drawing/2014/main" id="{21647451-35E0-492E-9AF4-8334BF839A4B}"/>
              </a:ext>
            </a:extLst>
          </p:cNvPr>
          <p:cNvSpPr>
            <a:spLocks noGrp="1"/>
          </p:cNvSpPr>
          <p:nvPr/>
        </p:nvSpPr>
        <p:spPr>
          <a:xfrm>
            <a:off x="1216342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4" name="d_effect_x_tick_2">
            <a:extLst>
              <a:ext uri="{FF2B5EF4-FFF2-40B4-BE49-F238E27FC236}">
                <a16:creationId xmlns:a16="http://schemas.microsoft.com/office/drawing/2014/main" id="{10B36DAD-C0FB-44F8-A31D-7F31B6675690}"/>
              </a:ext>
            </a:extLst>
          </p:cNvPr>
          <p:cNvSpPr>
            <a:spLocks noGrp="1"/>
          </p:cNvSpPr>
          <p:nvPr/>
        </p:nvSpPr>
        <p:spPr>
          <a:xfrm>
            <a:off x="12325350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5" name="d_effect_x_tick_3">
            <a:extLst>
              <a:ext uri="{FF2B5EF4-FFF2-40B4-BE49-F238E27FC236}">
                <a16:creationId xmlns:a16="http://schemas.microsoft.com/office/drawing/2014/main" id="{EC16F96A-6047-40AA-A8A7-5F1B752AEC44}"/>
              </a:ext>
            </a:extLst>
          </p:cNvPr>
          <p:cNvSpPr>
            <a:spLocks noGrp="1"/>
          </p:cNvSpPr>
          <p:nvPr/>
        </p:nvSpPr>
        <p:spPr>
          <a:xfrm>
            <a:off x="1248727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6" name="d_effect_x_tick_4">
            <a:extLst>
              <a:ext uri="{FF2B5EF4-FFF2-40B4-BE49-F238E27FC236}">
                <a16:creationId xmlns:a16="http://schemas.microsoft.com/office/drawing/2014/main" id="{0CD8DFC2-FCC9-48A7-905A-0611635C6879}"/>
              </a:ext>
            </a:extLst>
          </p:cNvPr>
          <p:cNvSpPr>
            <a:spLocks noGrp="1"/>
          </p:cNvSpPr>
          <p:nvPr/>
        </p:nvSpPr>
        <p:spPr>
          <a:xfrm>
            <a:off x="12649200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7" name="d_effect_x_tick_5">
            <a:extLst>
              <a:ext uri="{FF2B5EF4-FFF2-40B4-BE49-F238E27FC236}">
                <a16:creationId xmlns:a16="http://schemas.microsoft.com/office/drawing/2014/main" id="{CAB5EC5D-29D3-4D23-B7F5-EE0D62509226}"/>
              </a:ext>
            </a:extLst>
          </p:cNvPr>
          <p:cNvSpPr>
            <a:spLocks noGrp="1"/>
          </p:cNvSpPr>
          <p:nvPr/>
        </p:nvSpPr>
        <p:spPr>
          <a:xfrm>
            <a:off x="12811125" y="8646579"/>
            <a:ext cx="0" cy="47625"/>
          </a:xfrm>
          <a:prstGeom prst="line">
            <a:avLst/>
          </a:prstGeom>
          <a:noFill/>
          <a:ln w="9525">
            <a:solidFill>
              <a:srgbClr val="07133F"/>
            </a:solidFill>
            <a:prstDash val="solid"/>
          </a:ln>
        </p:spPr>
      </p:sp>
      <p:sp>
        <p:nvSpPr>
          <p:cNvPr id="948" name="d_effect_seg_0">
            <a:extLst>
              <a:ext uri="{FF2B5EF4-FFF2-40B4-BE49-F238E27FC236}">
                <a16:creationId xmlns:a16="http://schemas.microsoft.com/office/drawing/2014/main" id="{2F59BFFA-14A2-463C-9E10-3FFA9DBD7BC8}"/>
              </a:ext>
            </a:extLst>
          </p:cNvPr>
          <p:cNvSpPr>
            <a:spLocks noGrp="1"/>
          </p:cNvSpPr>
          <p:nvPr/>
        </p:nvSpPr>
        <p:spPr>
          <a:xfrm>
            <a:off x="12020550" y="7960779"/>
            <a:ext cx="142875" cy="19050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49" name="d_effect_seg_1">
            <a:extLst>
              <a:ext uri="{FF2B5EF4-FFF2-40B4-BE49-F238E27FC236}">
                <a16:creationId xmlns:a16="http://schemas.microsoft.com/office/drawing/2014/main" id="{E424E7D6-A4E2-43E1-B67F-267684A697EF}"/>
              </a:ext>
            </a:extLst>
          </p:cNvPr>
          <p:cNvSpPr>
            <a:spLocks noGrp="1"/>
          </p:cNvSpPr>
          <p:nvPr/>
        </p:nvSpPr>
        <p:spPr>
          <a:xfrm>
            <a:off x="12163425" y="7979829"/>
            <a:ext cx="142875" cy="38100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50" name="d_effect_seg_2">
            <a:extLst>
              <a:ext uri="{FF2B5EF4-FFF2-40B4-BE49-F238E27FC236}">
                <a16:creationId xmlns:a16="http://schemas.microsoft.com/office/drawing/2014/main" id="{FBC2CF0D-6982-4D14-9AD3-88B17CA263E4}"/>
              </a:ext>
            </a:extLst>
          </p:cNvPr>
          <p:cNvSpPr>
            <a:spLocks noGrp="1"/>
          </p:cNvSpPr>
          <p:nvPr/>
        </p:nvSpPr>
        <p:spPr>
          <a:xfrm>
            <a:off x="12306300" y="8017929"/>
            <a:ext cx="142875" cy="114300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51" name="d_effect_seg_3">
            <a:extLst>
              <a:ext uri="{FF2B5EF4-FFF2-40B4-BE49-F238E27FC236}">
                <a16:creationId xmlns:a16="http://schemas.microsoft.com/office/drawing/2014/main" id="{48B5F3ED-3FE3-4988-BE22-B1341B151CB8}"/>
              </a:ext>
            </a:extLst>
          </p:cNvPr>
          <p:cNvSpPr>
            <a:spLocks noGrp="1"/>
          </p:cNvSpPr>
          <p:nvPr/>
        </p:nvSpPr>
        <p:spPr>
          <a:xfrm>
            <a:off x="12449175" y="8132229"/>
            <a:ext cx="142875" cy="219075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52" name="d_effect_seg_4">
            <a:extLst>
              <a:ext uri="{FF2B5EF4-FFF2-40B4-BE49-F238E27FC236}">
                <a16:creationId xmlns:a16="http://schemas.microsoft.com/office/drawing/2014/main" id="{E982021B-1C49-4748-8299-8D31A499F6DF}"/>
              </a:ext>
            </a:extLst>
          </p:cNvPr>
          <p:cNvSpPr>
            <a:spLocks noGrp="1"/>
          </p:cNvSpPr>
          <p:nvPr/>
        </p:nvSpPr>
        <p:spPr>
          <a:xfrm>
            <a:off x="12592050" y="8351304"/>
            <a:ext cx="123825" cy="200025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53" name="d_effect_seg_5">
            <a:extLst>
              <a:ext uri="{FF2B5EF4-FFF2-40B4-BE49-F238E27FC236}">
                <a16:creationId xmlns:a16="http://schemas.microsoft.com/office/drawing/2014/main" id="{FED15CDB-D5D4-4215-B098-C63E8F5B9310}"/>
              </a:ext>
            </a:extLst>
          </p:cNvPr>
          <p:cNvSpPr>
            <a:spLocks noGrp="1"/>
          </p:cNvSpPr>
          <p:nvPr/>
        </p:nvSpPr>
        <p:spPr>
          <a:xfrm>
            <a:off x="12715875" y="8551329"/>
            <a:ext cx="104775" cy="57150"/>
          </a:xfrm>
          <a:prstGeom prst="line">
            <a:avLst/>
          </a:prstGeom>
          <a:noFill/>
          <a:ln w="17145">
            <a:solidFill>
              <a:srgbClr val="07133F"/>
            </a:solidFill>
            <a:prstDash val="solid"/>
          </a:ln>
        </p:spPr>
      </p:sp>
      <p:sp>
        <p:nvSpPr>
          <p:cNvPr id="954" name="d_effect_pt_0">
            <a:extLst>
              <a:ext uri="{FF2B5EF4-FFF2-40B4-BE49-F238E27FC236}">
                <a16:creationId xmlns:a16="http://schemas.microsoft.com/office/drawing/2014/main" id="{46D156A5-D4D7-4A5A-A438-2EF0FA144205}"/>
              </a:ext>
            </a:extLst>
          </p:cNvPr>
          <p:cNvSpPr>
            <a:spLocks noGrp="1"/>
          </p:cNvSpPr>
          <p:nvPr/>
        </p:nvSpPr>
        <p:spPr>
          <a:xfrm>
            <a:off x="11993880" y="793410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55" name="d_effect_err_0_vertical">
            <a:extLst>
              <a:ext uri="{FF2B5EF4-FFF2-40B4-BE49-F238E27FC236}">
                <a16:creationId xmlns:a16="http://schemas.microsoft.com/office/drawing/2014/main" id="{8B602C9B-2892-4194-8CD6-8EC637A4C3CF}"/>
              </a:ext>
            </a:extLst>
          </p:cNvPr>
          <p:cNvSpPr>
            <a:spLocks noGrp="1"/>
          </p:cNvSpPr>
          <p:nvPr/>
        </p:nvSpPr>
        <p:spPr>
          <a:xfrm>
            <a:off x="12020550" y="791315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56" name="d_effect_err_0_top">
            <a:extLst>
              <a:ext uri="{FF2B5EF4-FFF2-40B4-BE49-F238E27FC236}">
                <a16:creationId xmlns:a16="http://schemas.microsoft.com/office/drawing/2014/main" id="{EA7D29FF-ADBF-4F9E-B305-30D83BF75C45}"/>
              </a:ext>
            </a:extLst>
          </p:cNvPr>
          <p:cNvSpPr>
            <a:spLocks noGrp="1"/>
          </p:cNvSpPr>
          <p:nvPr/>
        </p:nvSpPr>
        <p:spPr>
          <a:xfrm>
            <a:off x="11991975" y="79131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57" name="d_effect_err_0_bottom">
            <a:extLst>
              <a:ext uri="{FF2B5EF4-FFF2-40B4-BE49-F238E27FC236}">
                <a16:creationId xmlns:a16="http://schemas.microsoft.com/office/drawing/2014/main" id="{3F908AB9-1B0A-40A6-93C9-38CABAAF853C}"/>
              </a:ext>
            </a:extLst>
          </p:cNvPr>
          <p:cNvSpPr>
            <a:spLocks noGrp="1"/>
          </p:cNvSpPr>
          <p:nvPr/>
        </p:nvSpPr>
        <p:spPr>
          <a:xfrm>
            <a:off x="11991975" y="80084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58" name="d_effect_pt_1">
            <a:extLst>
              <a:ext uri="{FF2B5EF4-FFF2-40B4-BE49-F238E27FC236}">
                <a16:creationId xmlns:a16="http://schemas.microsoft.com/office/drawing/2014/main" id="{5096E697-219F-4536-B0DA-D890222505BF}"/>
              </a:ext>
            </a:extLst>
          </p:cNvPr>
          <p:cNvSpPr>
            <a:spLocks noGrp="1"/>
          </p:cNvSpPr>
          <p:nvPr/>
        </p:nvSpPr>
        <p:spPr>
          <a:xfrm>
            <a:off x="12136755" y="795315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59" name="d_effect_err_1_vertical">
            <a:extLst>
              <a:ext uri="{FF2B5EF4-FFF2-40B4-BE49-F238E27FC236}">
                <a16:creationId xmlns:a16="http://schemas.microsoft.com/office/drawing/2014/main" id="{500793D6-6CE4-494F-8A12-6993583733C0}"/>
              </a:ext>
            </a:extLst>
          </p:cNvPr>
          <p:cNvSpPr>
            <a:spLocks noGrp="1"/>
          </p:cNvSpPr>
          <p:nvPr/>
        </p:nvSpPr>
        <p:spPr>
          <a:xfrm>
            <a:off x="12163425" y="793220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0" name="d_effect_err_1_top">
            <a:extLst>
              <a:ext uri="{FF2B5EF4-FFF2-40B4-BE49-F238E27FC236}">
                <a16:creationId xmlns:a16="http://schemas.microsoft.com/office/drawing/2014/main" id="{5F39B7DE-7402-433E-A67C-1E30AB713610}"/>
              </a:ext>
            </a:extLst>
          </p:cNvPr>
          <p:cNvSpPr>
            <a:spLocks noGrp="1"/>
          </p:cNvSpPr>
          <p:nvPr/>
        </p:nvSpPr>
        <p:spPr>
          <a:xfrm>
            <a:off x="12134850" y="79322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1" name="d_effect_err_1_bottom">
            <a:extLst>
              <a:ext uri="{FF2B5EF4-FFF2-40B4-BE49-F238E27FC236}">
                <a16:creationId xmlns:a16="http://schemas.microsoft.com/office/drawing/2014/main" id="{AE202DE2-44D5-4C9E-983B-6FEBD8A80A5A}"/>
              </a:ext>
            </a:extLst>
          </p:cNvPr>
          <p:cNvSpPr>
            <a:spLocks noGrp="1"/>
          </p:cNvSpPr>
          <p:nvPr/>
        </p:nvSpPr>
        <p:spPr>
          <a:xfrm>
            <a:off x="12134850" y="80274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2" name="d_effect_pt_2">
            <a:extLst>
              <a:ext uri="{FF2B5EF4-FFF2-40B4-BE49-F238E27FC236}">
                <a16:creationId xmlns:a16="http://schemas.microsoft.com/office/drawing/2014/main" id="{78C79512-84E8-4212-8CEE-D87B27A9B17B}"/>
              </a:ext>
            </a:extLst>
          </p:cNvPr>
          <p:cNvSpPr>
            <a:spLocks noGrp="1"/>
          </p:cNvSpPr>
          <p:nvPr/>
        </p:nvSpPr>
        <p:spPr>
          <a:xfrm>
            <a:off x="12279630" y="799125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63" name="d_effect_err_2_vertical">
            <a:extLst>
              <a:ext uri="{FF2B5EF4-FFF2-40B4-BE49-F238E27FC236}">
                <a16:creationId xmlns:a16="http://schemas.microsoft.com/office/drawing/2014/main" id="{FB525E5D-61BF-4B3C-98A4-65FDDC9E400D}"/>
              </a:ext>
            </a:extLst>
          </p:cNvPr>
          <p:cNvSpPr>
            <a:spLocks noGrp="1"/>
          </p:cNvSpPr>
          <p:nvPr/>
        </p:nvSpPr>
        <p:spPr>
          <a:xfrm>
            <a:off x="12306300" y="797030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4" name="d_effect_err_2_top">
            <a:extLst>
              <a:ext uri="{FF2B5EF4-FFF2-40B4-BE49-F238E27FC236}">
                <a16:creationId xmlns:a16="http://schemas.microsoft.com/office/drawing/2014/main" id="{6FE545E6-58D4-48CD-B37F-7B6260DF97CC}"/>
              </a:ext>
            </a:extLst>
          </p:cNvPr>
          <p:cNvSpPr>
            <a:spLocks noGrp="1"/>
          </p:cNvSpPr>
          <p:nvPr/>
        </p:nvSpPr>
        <p:spPr>
          <a:xfrm>
            <a:off x="12277725" y="79703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5" name="d_effect_err_2_bottom">
            <a:extLst>
              <a:ext uri="{FF2B5EF4-FFF2-40B4-BE49-F238E27FC236}">
                <a16:creationId xmlns:a16="http://schemas.microsoft.com/office/drawing/2014/main" id="{5C64BF01-8C38-4434-BEB0-A88715685AE7}"/>
              </a:ext>
            </a:extLst>
          </p:cNvPr>
          <p:cNvSpPr>
            <a:spLocks noGrp="1"/>
          </p:cNvSpPr>
          <p:nvPr/>
        </p:nvSpPr>
        <p:spPr>
          <a:xfrm>
            <a:off x="12277725" y="80655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6" name="d_effect_pt_3">
            <a:extLst>
              <a:ext uri="{FF2B5EF4-FFF2-40B4-BE49-F238E27FC236}">
                <a16:creationId xmlns:a16="http://schemas.microsoft.com/office/drawing/2014/main" id="{BA08F3FB-F4BE-4437-BAB0-72030540384E}"/>
              </a:ext>
            </a:extLst>
          </p:cNvPr>
          <p:cNvSpPr>
            <a:spLocks noGrp="1"/>
          </p:cNvSpPr>
          <p:nvPr/>
        </p:nvSpPr>
        <p:spPr>
          <a:xfrm>
            <a:off x="12422505" y="810555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67" name="d_effect_err_3_vertical">
            <a:extLst>
              <a:ext uri="{FF2B5EF4-FFF2-40B4-BE49-F238E27FC236}">
                <a16:creationId xmlns:a16="http://schemas.microsoft.com/office/drawing/2014/main" id="{9596DB37-2F28-416D-959A-2A2400F69259}"/>
              </a:ext>
            </a:extLst>
          </p:cNvPr>
          <p:cNvSpPr>
            <a:spLocks noGrp="1"/>
          </p:cNvSpPr>
          <p:nvPr/>
        </p:nvSpPr>
        <p:spPr>
          <a:xfrm>
            <a:off x="12449175" y="808460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8" name="d_effect_err_3_top">
            <a:extLst>
              <a:ext uri="{FF2B5EF4-FFF2-40B4-BE49-F238E27FC236}">
                <a16:creationId xmlns:a16="http://schemas.microsoft.com/office/drawing/2014/main" id="{876C8668-7BFE-4CD2-9DBF-2779DB6003F0}"/>
              </a:ext>
            </a:extLst>
          </p:cNvPr>
          <p:cNvSpPr>
            <a:spLocks noGrp="1"/>
          </p:cNvSpPr>
          <p:nvPr/>
        </p:nvSpPr>
        <p:spPr>
          <a:xfrm>
            <a:off x="12420600" y="80846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69" name="d_effect_err_3_bottom">
            <a:extLst>
              <a:ext uri="{FF2B5EF4-FFF2-40B4-BE49-F238E27FC236}">
                <a16:creationId xmlns:a16="http://schemas.microsoft.com/office/drawing/2014/main" id="{E941CF01-FF94-43E7-989A-D98B020F8D69}"/>
              </a:ext>
            </a:extLst>
          </p:cNvPr>
          <p:cNvSpPr>
            <a:spLocks noGrp="1"/>
          </p:cNvSpPr>
          <p:nvPr/>
        </p:nvSpPr>
        <p:spPr>
          <a:xfrm>
            <a:off x="12420600" y="81798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0" name="d_effect_pt_4">
            <a:extLst>
              <a:ext uri="{FF2B5EF4-FFF2-40B4-BE49-F238E27FC236}">
                <a16:creationId xmlns:a16="http://schemas.microsoft.com/office/drawing/2014/main" id="{42D555F8-B8E4-4BDC-8090-590C6EA109A9}"/>
              </a:ext>
            </a:extLst>
          </p:cNvPr>
          <p:cNvSpPr>
            <a:spLocks noGrp="1"/>
          </p:cNvSpPr>
          <p:nvPr/>
        </p:nvSpPr>
        <p:spPr>
          <a:xfrm>
            <a:off x="12565380" y="8324634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71" name="d_effect_err_4_vertical">
            <a:extLst>
              <a:ext uri="{FF2B5EF4-FFF2-40B4-BE49-F238E27FC236}">
                <a16:creationId xmlns:a16="http://schemas.microsoft.com/office/drawing/2014/main" id="{9DB7E9D0-1E8C-4D48-A2CA-238727AA4DDF}"/>
              </a:ext>
            </a:extLst>
          </p:cNvPr>
          <p:cNvSpPr>
            <a:spLocks noGrp="1"/>
          </p:cNvSpPr>
          <p:nvPr/>
        </p:nvSpPr>
        <p:spPr>
          <a:xfrm>
            <a:off x="12592050" y="8303679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2" name="d_effect_err_4_top">
            <a:extLst>
              <a:ext uri="{FF2B5EF4-FFF2-40B4-BE49-F238E27FC236}">
                <a16:creationId xmlns:a16="http://schemas.microsoft.com/office/drawing/2014/main" id="{4483F704-21A5-4894-81B0-5189FB741B0B}"/>
              </a:ext>
            </a:extLst>
          </p:cNvPr>
          <p:cNvSpPr>
            <a:spLocks noGrp="1"/>
          </p:cNvSpPr>
          <p:nvPr/>
        </p:nvSpPr>
        <p:spPr>
          <a:xfrm>
            <a:off x="12563475" y="8303679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3" name="d_effect_err_4_bottom">
            <a:extLst>
              <a:ext uri="{FF2B5EF4-FFF2-40B4-BE49-F238E27FC236}">
                <a16:creationId xmlns:a16="http://schemas.microsoft.com/office/drawing/2014/main" id="{4392ACE9-5D44-4833-82CF-448ACDFF3DC8}"/>
              </a:ext>
            </a:extLst>
          </p:cNvPr>
          <p:cNvSpPr>
            <a:spLocks noGrp="1"/>
          </p:cNvSpPr>
          <p:nvPr/>
        </p:nvSpPr>
        <p:spPr>
          <a:xfrm>
            <a:off x="12563475" y="8398929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4" name="d_effect_pt_5">
            <a:extLst>
              <a:ext uri="{FF2B5EF4-FFF2-40B4-BE49-F238E27FC236}">
                <a16:creationId xmlns:a16="http://schemas.microsoft.com/office/drawing/2014/main" id="{8DF99D1E-04C2-42CD-AE85-BE5F529555BF}"/>
              </a:ext>
            </a:extLst>
          </p:cNvPr>
          <p:cNvSpPr>
            <a:spLocks noGrp="1"/>
          </p:cNvSpPr>
          <p:nvPr/>
        </p:nvSpPr>
        <p:spPr>
          <a:xfrm>
            <a:off x="12689205" y="852465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75" name="d_effect_err_5_vertical">
            <a:extLst>
              <a:ext uri="{FF2B5EF4-FFF2-40B4-BE49-F238E27FC236}">
                <a16:creationId xmlns:a16="http://schemas.microsoft.com/office/drawing/2014/main" id="{0B6ED378-5C15-48E8-BE44-7215F2650D0D}"/>
              </a:ext>
            </a:extLst>
          </p:cNvPr>
          <p:cNvSpPr>
            <a:spLocks noGrp="1"/>
          </p:cNvSpPr>
          <p:nvPr/>
        </p:nvSpPr>
        <p:spPr>
          <a:xfrm>
            <a:off x="12715875" y="850370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6" name="d_effect_err_5_top">
            <a:extLst>
              <a:ext uri="{FF2B5EF4-FFF2-40B4-BE49-F238E27FC236}">
                <a16:creationId xmlns:a16="http://schemas.microsoft.com/office/drawing/2014/main" id="{A5D3B69F-6C25-47F4-86A9-715312A55B3E}"/>
              </a:ext>
            </a:extLst>
          </p:cNvPr>
          <p:cNvSpPr>
            <a:spLocks noGrp="1"/>
          </p:cNvSpPr>
          <p:nvPr/>
        </p:nvSpPr>
        <p:spPr>
          <a:xfrm>
            <a:off x="12687300" y="85037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7" name="d_effect_err_5_bottom">
            <a:extLst>
              <a:ext uri="{FF2B5EF4-FFF2-40B4-BE49-F238E27FC236}">
                <a16:creationId xmlns:a16="http://schemas.microsoft.com/office/drawing/2014/main" id="{9B5CC6C2-80C2-4A22-BA80-C36E1AED5357}"/>
              </a:ext>
            </a:extLst>
          </p:cNvPr>
          <p:cNvSpPr>
            <a:spLocks noGrp="1"/>
          </p:cNvSpPr>
          <p:nvPr/>
        </p:nvSpPr>
        <p:spPr>
          <a:xfrm>
            <a:off x="12687300" y="85989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78" name="d_effect_pt_6">
            <a:extLst>
              <a:ext uri="{FF2B5EF4-FFF2-40B4-BE49-F238E27FC236}">
                <a16:creationId xmlns:a16="http://schemas.microsoft.com/office/drawing/2014/main" id="{3AB7FC04-7EA1-40C3-A3D3-BB20A0452EE0}"/>
              </a:ext>
            </a:extLst>
          </p:cNvPr>
          <p:cNvSpPr>
            <a:spLocks noGrp="1"/>
          </p:cNvSpPr>
          <p:nvPr/>
        </p:nvSpPr>
        <p:spPr>
          <a:xfrm>
            <a:off x="12793980" y="8581809"/>
            <a:ext cx="53340" cy="53340"/>
          </a:xfrm>
          <a:prstGeom prst="ellipse">
            <a:avLst/>
          </a:prstGeom>
          <a:solidFill>
            <a:srgbClr val="07133F"/>
          </a:solidFill>
          <a:ln w="3810">
            <a:solidFill>
              <a:srgbClr val="07133F"/>
            </a:solidFill>
            <a:prstDash val="solid"/>
          </a:ln>
        </p:spPr>
      </p:sp>
      <p:sp>
        <p:nvSpPr>
          <p:cNvPr id="979" name="d_effect_err_6_vertical">
            <a:extLst>
              <a:ext uri="{FF2B5EF4-FFF2-40B4-BE49-F238E27FC236}">
                <a16:creationId xmlns:a16="http://schemas.microsoft.com/office/drawing/2014/main" id="{F337848B-936F-45C2-9397-A69361AA706B}"/>
              </a:ext>
            </a:extLst>
          </p:cNvPr>
          <p:cNvSpPr>
            <a:spLocks noGrp="1"/>
          </p:cNvSpPr>
          <p:nvPr/>
        </p:nvSpPr>
        <p:spPr>
          <a:xfrm>
            <a:off x="12820650" y="8560854"/>
            <a:ext cx="0" cy="9525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80" name="d_effect_err_6_top">
            <a:extLst>
              <a:ext uri="{FF2B5EF4-FFF2-40B4-BE49-F238E27FC236}">
                <a16:creationId xmlns:a16="http://schemas.microsoft.com/office/drawing/2014/main" id="{DA75FB85-07A2-40DF-9E92-2D812249C8EE}"/>
              </a:ext>
            </a:extLst>
          </p:cNvPr>
          <p:cNvSpPr>
            <a:spLocks noGrp="1"/>
          </p:cNvSpPr>
          <p:nvPr/>
        </p:nvSpPr>
        <p:spPr>
          <a:xfrm>
            <a:off x="12792075" y="856085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81" name="d_effect_err_6_bottom">
            <a:extLst>
              <a:ext uri="{FF2B5EF4-FFF2-40B4-BE49-F238E27FC236}">
                <a16:creationId xmlns:a16="http://schemas.microsoft.com/office/drawing/2014/main" id="{1E53707C-F1E5-41A8-8F8F-B6862B8FBFFC}"/>
              </a:ext>
            </a:extLst>
          </p:cNvPr>
          <p:cNvSpPr>
            <a:spLocks noGrp="1"/>
          </p:cNvSpPr>
          <p:nvPr/>
        </p:nvSpPr>
        <p:spPr>
          <a:xfrm>
            <a:off x="12792075" y="8656104"/>
            <a:ext cx="57150" cy="0"/>
          </a:xfrm>
          <a:prstGeom prst="line">
            <a:avLst/>
          </a:prstGeom>
          <a:noFill/>
          <a:ln w="8573">
            <a:solidFill>
              <a:srgbClr val="07133F"/>
            </a:solidFill>
            <a:prstDash val="solid"/>
          </a:ln>
        </p:spPr>
      </p:sp>
      <p:sp>
        <p:nvSpPr>
          <p:cNvPr id="982" name="d_effect_half">
            <a:extLst>
              <a:ext uri="{FF2B5EF4-FFF2-40B4-BE49-F238E27FC236}">
                <a16:creationId xmlns:a16="http://schemas.microsoft.com/office/drawing/2014/main" id="{07C6D9B3-BB7A-42E1-80FD-4BFAB80376FB}"/>
              </a:ext>
            </a:extLst>
          </p:cNvPr>
          <p:cNvSpPr>
            <a:spLocks noGrp="1"/>
          </p:cNvSpPr>
          <p:nvPr/>
        </p:nvSpPr>
        <p:spPr>
          <a:xfrm>
            <a:off x="11982450" y="8265579"/>
            <a:ext cx="847725" cy="0"/>
          </a:xfrm>
          <a:prstGeom prst="line">
            <a:avLst/>
          </a:prstGeom>
          <a:noFill/>
          <a:ln w="9525">
            <a:solidFill>
              <a:srgbClr val="7B8794"/>
            </a:solidFill>
            <a:prstDash val="dash"/>
          </a:ln>
        </p:spPr>
      </p:sp>
      <p:sp>
        <p:nvSpPr>
          <p:cNvPr id="983" name="d_effect_lc50">
            <a:extLst>
              <a:ext uri="{FF2B5EF4-FFF2-40B4-BE49-F238E27FC236}">
                <a16:creationId xmlns:a16="http://schemas.microsoft.com/office/drawing/2014/main" id="{4AD31080-55B4-4E70-96FB-D5A2F44FD0BD}"/>
              </a:ext>
            </a:extLst>
          </p:cNvPr>
          <p:cNvSpPr>
            <a:spLocks noGrp="1"/>
          </p:cNvSpPr>
          <p:nvPr/>
        </p:nvSpPr>
        <p:spPr>
          <a:xfrm>
            <a:off x="12477750" y="7884579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88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LC₅₀</a:t>
            </a:r>
          </a:p>
        </p:txBody>
      </p:sp>
      <p:sp>
        <p:nvSpPr>
          <p:cNvPr id="984" name="d_effect_xt_0">
            <a:extLst>
              <a:ext uri="{FF2B5EF4-FFF2-40B4-BE49-F238E27FC236}">
                <a16:creationId xmlns:a16="http://schemas.microsoft.com/office/drawing/2014/main" id="{C661DCD2-BDBB-43F5-8768-63292CC444F8}"/>
              </a:ext>
            </a:extLst>
          </p:cNvPr>
          <p:cNvSpPr>
            <a:spLocks noGrp="1"/>
          </p:cNvSpPr>
          <p:nvPr/>
        </p:nvSpPr>
        <p:spPr>
          <a:xfrm>
            <a:off x="11925300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−</a:t>
            </a:r>
            <a:r>
              <a:rPr lang="en-US" altLang="zh-CN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5" name="d_effect_xt_1">
            <a:extLst>
              <a:ext uri="{FF2B5EF4-FFF2-40B4-BE49-F238E27FC236}">
                <a16:creationId xmlns:a16="http://schemas.microsoft.com/office/drawing/2014/main" id="{278EE066-1EAA-4171-9BD8-ABE8273D4ECE}"/>
              </a:ext>
            </a:extLst>
          </p:cNvPr>
          <p:cNvSpPr>
            <a:spLocks noGrp="1"/>
          </p:cNvSpPr>
          <p:nvPr/>
        </p:nvSpPr>
        <p:spPr>
          <a:xfrm>
            <a:off x="12087225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86" name="d_effect_xt_2">
            <a:extLst>
              <a:ext uri="{FF2B5EF4-FFF2-40B4-BE49-F238E27FC236}">
                <a16:creationId xmlns:a16="http://schemas.microsoft.com/office/drawing/2014/main" id="{5117F6B8-3DB3-4219-8E38-2AE15BF5EDF9}"/>
              </a:ext>
            </a:extLst>
          </p:cNvPr>
          <p:cNvSpPr>
            <a:spLocks noGrp="1"/>
          </p:cNvSpPr>
          <p:nvPr/>
        </p:nvSpPr>
        <p:spPr>
          <a:xfrm>
            <a:off x="12249150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87" name="d_effect_xt_3">
            <a:extLst>
              <a:ext uri="{FF2B5EF4-FFF2-40B4-BE49-F238E27FC236}">
                <a16:creationId xmlns:a16="http://schemas.microsoft.com/office/drawing/2014/main" id="{67E64B37-335C-463B-8F94-C01A26EE9D2F}"/>
              </a:ext>
            </a:extLst>
          </p:cNvPr>
          <p:cNvSpPr>
            <a:spLocks noGrp="1"/>
          </p:cNvSpPr>
          <p:nvPr/>
        </p:nvSpPr>
        <p:spPr>
          <a:xfrm>
            <a:off x="12411075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88" name="d_effect_xt_4">
            <a:extLst>
              <a:ext uri="{FF2B5EF4-FFF2-40B4-BE49-F238E27FC236}">
                <a16:creationId xmlns:a16="http://schemas.microsoft.com/office/drawing/2014/main" id="{6E07C19F-2EA3-4AF0-8DDF-83390D90FE60}"/>
              </a:ext>
            </a:extLst>
          </p:cNvPr>
          <p:cNvSpPr>
            <a:spLocks noGrp="1"/>
          </p:cNvSpPr>
          <p:nvPr/>
        </p:nvSpPr>
        <p:spPr>
          <a:xfrm>
            <a:off x="12573000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89" name="d_effect_xt_5">
            <a:extLst>
              <a:ext uri="{FF2B5EF4-FFF2-40B4-BE49-F238E27FC236}">
                <a16:creationId xmlns:a16="http://schemas.microsoft.com/office/drawing/2014/main" id="{AAE3DD01-FC78-4242-9AEB-B9F0F2BFEE53}"/>
              </a:ext>
            </a:extLst>
          </p:cNvPr>
          <p:cNvSpPr>
            <a:spLocks noGrp="1"/>
          </p:cNvSpPr>
          <p:nvPr/>
        </p:nvSpPr>
        <p:spPr>
          <a:xfrm>
            <a:off x="12734925" y="866562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90" name="d_effect_xlabel">
            <a:extLst>
              <a:ext uri="{FF2B5EF4-FFF2-40B4-BE49-F238E27FC236}">
                <a16:creationId xmlns:a16="http://schemas.microsoft.com/office/drawing/2014/main" id="{33E08DE6-EDB0-48A4-883D-32F6A2E084CB}"/>
              </a:ext>
            </a:extLst>
          </p:cNvPr>
          <p:cNvSpPr>
            <a:spLocks noGrp="1"/>
          </p:cNvSpPr>
          <p:nvPr/>
        </p:nvSpPr>
        <p:spPr>
          <a:xfrm>
            <a:off x="12082994" y="8898464"/>
            <a:ext cx="737651" cy="152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540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</a:t>
            </a: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oncentration</a:t>
            </a:r>
          </a:p>
        </p:txBody>
      </p:sp>
      <p:sp>
        <p:nvSpPr>
          <p:cNvPr id="995" name="d_cat_prefix">
            <a:extLst>
              <a:ext uri="{FF2B5EF4-FFF2-40B4-BE49-F238E27FC236}">
                <a16:creationId xmlns:a16="http://schemas.microsoft.com/office/drawing/2014/main" id="{6DCC6379-7DD8-4A26-A77F-9549750BE048}"/>
              </a:ext>
            </a:extLst>
          </p:cNvPr>
          <p:cNvSpPr>
            <a:spLocks noGrp="1"/>
          </p:cNvSpPr>
          <p:nvPr/>
        </p:nvSpPr>
        <p:spPr>
          <a:xfrm>
            <a:off x="11004549" y="9483724"/>
            <a:ext cx="1044573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CAT = ∑ᵢ (</a:t>
            </a:r>
          </a:p>
        </p:txBody>
      </p:sp>
      <p:sp>
        <p:nvSpPr>
          <p:cNvPr id="996" name="d_cat_num">
            <a:extLst>
              <a:ext uri="{FF2B5EF4-FFF2-40B4-BE49-F238E27FC236}">
                <a16:creationId xmlns:a16="http://schemas.microsoft.com/office/drawing/2014/main" id="{D50D61A1-FE15-40E2-939B-BA1420A09945}"/>
              </a:ext>
            </a:extLst>
          </p:cNvPr>
          <p:cNvSpPr>
            <a:spLocks noGrp="1"/>
          </p:cNvSpPr>
          <p:nvPr/>
        </p:nvSpPr>
        <p:spPr>
          <a:xfrm>
            <a:off x="12004675" y="9436099"/>
            <a:ext cx="361950" cy="180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12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Cᵢ</a:t>
            </a:r>
          </a:p>
        </p:txBody>
      </p:sp>
      <p:sp>
        <p:nvSpPr>
          <p:cNvPr id="997" name="d_cat_frac">
            <a:extLst>
              <a:ext uri="{FF2B5EF4-FFF2-40B4-BE49-F238E27FC236}">
                <a16:creationId xmlns:a16="http://schemas.microsoft.com/office/drawing/2014/main" id="{03241AAB-7E16-4FCD-9751-6177C262ED39}"/>
              </a:ext>
            </a:extLst>
          </p:cNvPr>
          <p:cNvSpPr>
            <a:spLocks noGrp="1"/>
          </p:cNvSpPr>
          <p:nvPr/>
        </p:nvSpPr>
        <p:spPr>
          <a:xfrm>
            <a:off x="11966575" y="9645649"/>
            <a:ext cx="495300" cy="0"/>
          </a:xfrm>
          <a:prstGeom prst="line">
            <a:avLst/>
          </a:prstGeom>
          <a:noFill/>
          <a:ln w="11430">
            <a:solidFill>
              <a:srgbClr val="07133F"/>
            </a:solidFill>
            <a:prstDash val="solid"/>
          </a:ln>
        </p:spPr>
      </p:sp>
      <p:sp>
        <p:nvSpPr>
          <p:cNvPr id="998" name="d_cat_den">
            <a:extLst>
              <a:ext uri="{FF2B5EF4-FFF2-40B4-BE49-F238E27FC236}">
                <a16:creationId xmlns:a16="http://schemas.microsoft.com/office/drawing/2014/main" id="{CA54ADF5-AF41-4D8A-9FBD-569BE64BE7BC}"/>
              </a:ext>
            </a:extLst>
          </p:cNvPr>
          <p:cNvSpPr>
            <a:spLocks noGrp="1"/>
          </p:cNvSpPr>
          <p:nvPr/>
        </p:nvSpPr>
        <p:spPr>
          <a:xfrm>
            <a:off x="11947525" y="9664699"/>
            <a:ext cx="542925" cy="200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13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LC₅₀ᵢ</a:t>
            </a:r>
          </a:p>
        </p:txBody>
      </p:sp>
      <p:sp>
        <p:nvSpPr>
          <p:cNvPr id="999" name="d_cat_close">
            <a:extLst>
              <a:ext uri="{FF2B5EF4-FFF2-40B4-BE49-F238E27FC236}">
                <a16:creationId xmlns:a16="http://schemas.microsoft.com/office/drawing/2014/main" id="{0AF089D5-DCDB-4797-B7AC-885B6D73E66B}"/>
              </a:ext>
            </a:extLst>
          </p:cNvPr>
          <p:cNvSpPr>
            <a:spLocks noGrp="1"/>
          </p:cNvSpPr>
          <p:nvPr/>
        </p:nvSpPr>
        <p:spPr>
          <a:xfrm>
            <a:off x="12490450" y="9483724"/>
            <a:ext cx="190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00" name="d_cat_caption">
            <a:extLst>
              <a:ext uri="{FF2B5EF4-FFF2-40B4-BE49-F238E27FC236}">
                <a16:creationId xmlns:a16="http://schemas.microsoft.com/office/drawing/2014/main" id="{788A0AF8-C67F-45B1-8FA5-D1F824BC5623}"/>
              </a:ext>
            </a:extLst>
          </p:cNvPr>
          <p:cNvSpPr>
            <a:spLocks noGrp="1"/>
          </p:cNvSpPr>
          <p:nvPr/>
        </p:nvSpPr>
        <p:spPr>
          <a:xfrm>
            <a:off x="11049000" y="10201274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765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Cytotoxicity assessment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04F329-5026-6E37-C35E-33E29EE926E8}"/>
              </a:ext>
            </a:extLst>
          </p:cNvPr>
          <p:cNvSpPr txBox="1"/>
          <p:nvPr/>
        </p:nvSpPr>
        <p:spPr>
          <a:xfrm>
            <a:off x="3389654" y="1056758"/>
            <a:ext cx="118621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CHO-K1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4004C6-54BF-8DF4-2010-7CF210CECC71}"/>
              </a:ext>
            </a:extLst>
          </p:cNvPr>
          <p:cNvSpPr txBox="1"/>
          <p:nvPr/>
        </p:nvSpPr>
        <p:spPr>
          <a:xfrm>
            <a:off x="5547973" y="1046718"/>
            <a:ext cx="118621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B28D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NCI-60</a:t>
            </a:r>
            <a:endParaRPr lang="zh-CN" altLang="en-US" b="1" dirty="0">
              <a:solidFill>
                <a:srgbClr val="7B28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1E3B61-9423-B00D-431D-327ADB606F00}"/>
              </a:ext>
            </a:extLst>
          </p:cNvPr>
          <p:cNvSpPr txBox="1"/>
          <p:nvPr/>
        </p:nvSpPr>
        <p:spPr>
          <a:xfrm>
            <a:off x="11087100" y="675786"/>
            <a:ext cx="118621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B28D8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NCI-60</a:t>
            </a:r>
            <a:endParaRPr lang="zh-CN" altLang="en-US" b="1" dirty="0">
              <a:solidFill>
                <a:srgbClr val="7B28D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2D4DEE-AFA5-B52C-F6EF-95DF5D63B735}"/>
              </a:ext>
            </a:extLst>
          </p:cNvPr>
          <p:cNvSpPr txBox="1"/>
          <p:nvPr/>
        </p:nvSpPr>
        <p:spPr>
          <a:xfrm>
            <a:off x="7343775" y="676068"/>
            <a:ext cx="1186211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CHO-K1</a:t>
            </a:r>
            <a:endParaRPr lang="zh-CN" alt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DE3AB41-477B-F12F-29D6-28360DBB989C}"/>
              </a:ext>
            </a:extLst>
          </p:cNvPr>
          <p:cNvSpPr txBox="1"/>
          <p:nvPr/>
        </p:nvSpPr>
        <p:spPr>
          <a:xfrm>
            <a:off x="183787" y="1349374"/>
            <a:ext cx="3127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and proposed DBPs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A0F5248-20D7-17B4-056F-D2C3AC3B120B}"/>
              </a:ext>
            </a:extLst>
          </p:cNvPr>
          <p:cNvSpPr txBox="1"/>
          <p:nvPr/>
        </p:nvSpPr>
        <p:spPr>
          <a:xfrm>
            <a:off x="433189" y="4318683"/>
            <a:ext cx="235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CHO-K1-tested DBPs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17C444D-394D-BFA8-C080-8C7D753788DF}"/>
              </a:ext>
            </a:extLst>
          </p:cNvPr>
          <p:cNvSpPr txBox="1"/>
          <p:nvPr/>
        </p:nvSpPr>
        <p:spPr>
          <a:xfrm>
            <a:off x="3777985" y="4302164"/>
            <a:ext cx="2292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toxicity data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b_bracket_left">
            <a:extLst>
              <a:ext uri="{FF2B5EF4-FFF2-40B4-BE49-F238E27FC236}">
                <a16:creationId xmlns:a16="http://schemas.microsoft.com/office/drawing/2014/main" id="{A3B68D77-E596-5219-956C-B718564F9FFF}"/>
              </a:ext>
            </a:extLst>
          </p:cNvPr>
          <p:cNvSpPr>
            <a:spLocks noGrp="1"/>
          </p:cNvSpPr>
          <p:nvPr/>
        </p:nvSpPr>
        <p:spPr>
          <a:xfrm>
            <a:off x="3981235" y="3831165"/>
            <a:ext cx="0" cy="237065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b_bracket_left">
            <a:extLst>
              <a:ext uri="{FF2B5EF4-FFF2-40B4-BE49-F238E27FC236}">
                <a16:creationId xmlns:a16="http://schemas.microsoft.com/office/drawing/2014/main" id="{84CFE076-91E3-128F-386E-DE90F6554112}"/>
              </a:ext>
            </a:extLst>
          </p:cNvPr>
          <p:cNvSpPr>
            <a:spLocks noGrp="1"/>
          </p:cNvSpPr>
          <p:nvPr/>
        </p:nvSpPr>
        <p:spPr>
          <a:xfrm>
            <a:off x="5876076" y="3831167"/>
            <a:ext cx="0" cy="237063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b_bracket_mid">
            <a:extLst>
              <a:ext uri="{FF2B5EF4-FFF2-40B4-BE49-F238E27FC236}">
                <a16:creationId xmlns:a16="http://schemas.microsoft.com/office/drawing/2014/main" id="{CAD3303C-2B95-2D62-BCC4-44509F8B0767}"/>
              </a:ext>
            </a:extLst>
          </p:cNvPr>
          <p:cNvSpPr>
            <a:spLocks noGrp="1"/>
          </p:cNvSpPr>
          <p:nvPr/>
        </p:nvSpPr>
        <p:spPr>
          <a:xfrm flipV="1">
            <a:off x="3982720" y="4058706"/>
            <a:ext cx="1888908" cy="0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552">
            <a:extLst>
              <a:ext uri="{FF2B5EF4-FFF2-40B4-BE49-F238E27FC236}">
                <a16:creationId xmlns:a16="http://schemas.microsoft.com/office/drawing/2014/main" id="{6410341D-41E5-4CEA-BE95-14737D128477}"/>
              </a:ext>
            </a:extLst>
          </p:cNvPr>
          <p:cNvCxnSpPr/>
          <p:nvPr/>
        </p:nvCxnSpPr>
        <p:spPr>
          <a:xfrm>
            <a:off x="4934995" y="4050663"/>
            <a:ext cx="0" cy="207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b_bracket_left">
            <a:extLst>
              <a:ext uri="{FF2B5EF4-FFF2-40B4-BE49-F238E27FC236}">
                <a16:creationId xmlns:a16="http://schemas.microsoft.com/office/drawing/2014/main" id="{C353141A-58A8-3DE0-51B6-BE8D7B184FE4}"/>
              </a:ext>
            </a:extLst>
          </p:cNvPr>
          <p:cNvSpPr>
            <a:spLocks noGrp="1"/>
          </p:cNvSpPr>
          <p:nvPr/>
        </p:nvSpPr>
        <p:spPr>
          <a:xfrm>
            <a:off x="11207535" y="7353312"/>
            <a:ext cx="0" cy="143918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b_bracket_left">
            <a:extLst>
              <a:ext uri="{FF2B5EF4-FFF2-40B4-BE49-F238E27FC236}">
                <a16:creationId xmlns:a16="http://schemas.microsoft.com/office/drawing/2014/main" id="{F57E7880-03AB-A142-0242-EFCCECBF1B43}"/>
              </a:ext>
            </a:extLst>
          </p:cNvPr>
          <p:cNvSpPr>
            <a:spLocks noGrp="1"/>
          </p:cNvSpPr>
          <p:nvPr/>
        </p:nvSpPr>
        <p:spPr>
          <a:xfrm>
            <a:off x="12600726" y="7340599"/>
            <a:ext cx="0" cy="156631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b_bracket_mid">
            <a:extLst>
              <a:ext uri="{FF2B5EF4-FFF2-40B4-BE49-F238E27FC236}">
                <a16:creationId xmlns:a16="http://schemas.microsoft.com/office/drawing/2014/main" id="{7958032D-9763-0773-EE80-1D530872B6BC}"/>
              </a:ext>
            </a:extLst>
          </p:cNvPr>
          <p:cNvSpPr>
            <a:spLocks noGrp="1"/>
          </p:cNvSpPr>
          <p:nvPr/>
        </p:nvSpPr>
        <p:spPr>
          <a:xfrm flipV="1">
            <a:off x="11201400" y="7487706"/>
            <a:ext cx="1403350" cy="0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箭头连接符 552">
            <a:extLst>
              <a:ext uri="{FF2B5EF4-FFF2-40B4-BE49-F238E27FC236}">
                <a16:creationId xmlns:a16="http://schemas.microsoft.com/office/drawing/2014/main" id="{F78C1414-5960-8FA9-1B0D-B15922A383CD}"/>
              </a:ext>
            </a:extLst>
          </p:cNvPr>
          <p:cNvCxnSpPr/>
          <p:nvPr/>
        </p:nvCxnSpPr>
        <p:spPr>
          <a:xfrm>
            <a:off x="11907295" y="7492363"/>
            <a:ext cx="0" cy="207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b_bracket_left">
            <a:extLst>
              <a:ext uri="{FF2B5EF4-FFF2-40B4-BE49-F238E27FC236}">
                <a16:creationId xmlns:a16="http://schemas.microsoft.com/office/drawing/2014/main" id="{C432BF75-73C5-9049-79CC-EACCD7A08983}"/>
              </a:ext>
            </a:extLst>
          </p:cNvPr>
          <p:cNvSpPr>
            <a:spLocks noGrp="1"/>
          </p:cNvSpPr>
          <p:nvPr/>
        </p:nvSpPr>
        <p:spPr>
          <a:xfrm>
            <a:off x="11226585" y="9086862"/>
            <a:ext cx="0" cy="143918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b_bracket_left">
            <a:extLst>
              <a:ext uri="{FF2B5EF4-FFF2-40B4-BE49-F238E27FC236}">
                <a16:creationId xmlns:a16="http://schemas.microsoft.com/office/drawing/2014/main" id="{3F67E4B8-1BE0-5593-25F0-B7CA32A92E6B}"/>
              </a:ext>
            </a:extLst>
          </p:cNvPr>
          <p:cNvSpPr>
            <a:spLocks noGrp="1"/>
          </p:cNvSpPr>
          <p:nvPr/>
        </p:nvSpPr>
        <p:spPr>
          <a:xfrm>
            <a:off x="12619776" y="9074149"/>
            <a:ext cx="0" cy="156631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b_bracket_mid">
            <a:extLst>
              <a:ext uri="{FF2B5EF4-FFF2-40B4-BE49-F238E27FC236}">
                <a16:creationId xmlns:a16="http://schemas.microsoft.com/office/drawing/2014/main" id="{0910A74D-60BB-2CC3-1C56-A06437920CCE}"/>
              </a:ext>
            </a:extLst>
          </p:cNvPr>
          <p:cNvSpPr>
            <a:spLocks noGrp="1"/>
          </p:cNvSpPr>
          <p:nvPr/>
        </p:nvSpPr>
        <p:spPr>
          <a:xfrm flipV="1">
            <a:off x="11220450" y="9221256"/>
            <a:ext cx="1403350" cy="0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直接箭头连接符 552">
            <a:extLst>
              <a:ext uri="{FF2B5EF4-FFF2-40B4-BE49-F238E27FC236}">
                <a16:creationId xmlns:a16="http://schemas.microsoft.com/office/drawing/2014/main" id="{921263A4-7C98-052E-7498-92632E47FB09}"/>
              </a:ext>
            </a:extLst>
          </p:cNvPr>
          <p:cNvCxnSpPr/>
          <p:nvPr/>
        </p:nvCxnSpPr>
        <p:spPr>
          <a:xfrm>
            <a:off x="11926345" y="9225913"/>
            <a:ext cx="0" cy="207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b_bracket_left">
            <a:extLst>
              <a:ext uri="{FF2B5EF4-FFF2-40B4-BE49-F238E27FC236}">
                <a16:creationId xmlns:a16="http://schemas.microsoft.com/office/drawing/2014/main" id="{4E49D61B-430F-BC52-2FB8-33D893D056CA}"/>
              </a:ext>
            </a:extLst>
          </p:cNvPr>
          <p:cNvSpPr>
            <a:spLocks noGrp="1"/>
          </p:cNvSpPr>
          <p:nvPr/>
        </p:nvSpPr>
        <p:spPr>
          <a:xfrm>
            <a:off x="6933985" y="7105662"/>
            <a:ext cx="0" cy="143918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b_bracket_left">
            <a:extLst>
              <a:ext uri="{FF2B5EF4-FFF2-40B4-BE49-F238E27FC236}">
                <a16:creationId xmlns:a16="http://schemas.microsoft.com/office/drawing/2014/main" id="{BE5323D7-25AE-5EE7-8F5A-962D2BD0E101}"/>
              </a:ext>
            </a:extLst>
          </p:cNvPr>
          <p:cNvSpPr>
            <a:spLocks noGrp="1"/>
          </p:cNvSpPr>
          <p:nvPr/>
        </p:nvSpPr>
        <p:spPr>
          <a:xfrm>
            <a:off x="8327176" y="7092949"/>
            <a:ext cx="0" cy="156631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b_bracket_mid">
            <a:extLst>
              <a:ext uri="{FF2B5EF4-FFF2-40B4-BE49-F238E27FC236}">
                <a16:creationId xmlns:a16="http://schemas.microsoft.com/office/drawing/2014/main" id="{3EC8065E-A41E-BF0A-E4EB-22B2390EA1CA}"/>
              </a:ext>
            </a:extLst>
          </p:cNvPr>
          <p:cNvSpPr>
            <a:spLocks noGrp="1"/>
          </p:cNvSpPr>
          <p:nvPr/>
        </p:nvSpPr>
        <p:spPr>
          <a:xfrm flipV="1">
            <a:off x="6927850" y="7240056"/>
            <a:ext cx="1403350" cy="0"/>
          </a:xfrm>
          <a:prstGeom prst="line">
            <a:avLst/>
          </a:prstGeom>
          <a:noFill/>
          <a:ln w="17780">
            <a:solidFill>
              <a:srgbClr val="07123B"/>
            </a:solidFill>
          </a:ln>
        </p:spPr>
        <p:txBody>
          <a:bodyPr/>
          <a:lstStyle/>
          <a:p>
            <a:endParaRPr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直接箭头连接符 552">
            <a:extLst>
              <a:ext uri="{FF2B5EF4-FFF2-40B4-BE49-F238E27FC236}">
                <a16:creationId xmlns:a16="http://schemas.microsoft.com/office/drawing/2014/main" id="{400EE73E-4F38-F6CE-687E-448579124C26}"/>
              </a:ext>
            </a:extLst>
          </p:cNvPr>
          <p:cNvCxnSpPr/>
          <p:nvPr/>
        </p:nvCxnSpPr>
        <p:spPr>
          <a:xfrm>
            <a:off x="7633745" y="7244713"/>
            <a:ext cx="0" cy="207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箭头: 右弧形 26">
            <a:extLst>
              <a:ext uri="{FF2B5EF4-FFF2-40B4-BE49-F238E27FC236}">
                <a16:creationId xmlns:a16="http://schemas.microsoft.com/office/drawing/2014/main" id="{AE650995-098F-CCC0-5D27-F4C99544EE0F}"/>
              </a:ext>
            </a:extLst>
          </p:cNvPr>
          <p:cNvSpPr/>
          <p:nvPr/>
        </p:nvSpPr>
        <p:spPr>
          <a:xfrm rot="5400000" flipH="1" flipV="1">
            <a:off x="4572086" y="997901"/>
            <a:ext cx="740243" cy="998218"/>
          </a:xfrm>
          <a:prstGeom prst="curvedLeftArrow">
            <a:avLst>
              <a:gd name="adj1" fmla="val 25000"/>
              <a:gd name="adj2" fmla="val 41750"/>
              <a:gd name="adj3" fmla="val 25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右弧形 27">
            <a:extLst>
              <a:ext uri="{FF2B5EF4-FFF2-40B4-BE49-F238E27FC236}">
                <a16:creationId xmlns:a16="http://schemas.microsoft.com/office/drawing/2014/main" id="{50498932-62DF-7CE5-886D-101330D5018E}"/>
              </a:ext>
            </a:extLst>
          </p:cNvPr>
          <p:cNvSpPr/>
          <p:nvPr/>
        </p:nvSpPr>
        <p:spPr>
          <a:xfrm rot="5400000">
            <a:off x="4540969" y="2164185"/>
            <a:ext cx="740243" cy="998218"/>
          </a:xfrm>
          <a:prstGeom prst="curvedLeftArrow">
            <a:avLst>
              <a:gd name="adj1" fmla="val 25000"/>
              <a:gd name="adj2" fmla="val 41750"/>
              <a:gd name="adj3" fmla="val 25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54BFD0-E698-CFCF-21C5-FBD863D2314C}"/>
              </a:ext>
            </a:extLst>
          </p:cNvPr>
          <p:cNvSpPr txBox="1"/>
          <p:nvPr/>
        </p:nvSpPr>
        <p:spPr>
          <a:xfrm>
            <a:off x="3403600" y="2984499"/>
            <a:ext cx="134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365 records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5183990-D66E-E5B7-AC09-E0D48CD74B7A}"/>
              </a:ext>
            </a:extLst>
          </p:cNvPr>
          <p:cNvSpPr txBox="1"/>
          <p:nvPr/>
        </p:nvSpPr>
        <p:spPr>
          <a:xfrm>
            <a:off x="4883037" y="2976046"/>
            <a:ext cx="178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2,136 responses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91182-4BC4-B54F-E235-94B1BF7AC5FC}"/>
              </a:ext>
            </a:extLst>
          </p:cNvPr>
          <p:cNvSpPr txBox="1"/>
          <p:nvPr/>
        </p:nvSpPr>
        <p:spPr>
          <a:xfrm>
            <a:off x="3479279" y="3253342"/>
            <a:ext cx="115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284 DBPs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3E8A98-2369-343B-41CD-5201265C7D36}"/>
              </a:ext>
            </a:extLst>
          </p:cNvPr>
          <p:cNvSpPr txBox="1"/>
          <p:nvPr/>
        </p:nvSpPr>
        <p:spPr>
          <a:xfrm>
            <a:off x="4956600" y="3246993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36 compounds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C9D03E8-E69F-F412-E59E-D563312E300C}"/>
              </a:ext>
            </a:extLst>
          </p:cNvPr>
          <p:cNvSpPr txBox="1"/>
          <p:nvPr/>
        </p:nvSpPr>
        <p:spPr>
          <a:xfrm>
            <a:off x="5113235" y="3509445"/>
            <a:ext cx="130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60 cell lines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743B6F-DB15-3344-2BC6-1EE326EAADE9}"/>
              </a:ext>
            </a:extLst>
          </p:cNvPr>
          <p:cNvSpPr txBox="1"/>
          <p:nvPr/>
        </p:nvSpPr>
        <p:spPr>
          <a:xfrm>
            <a:off x="476255" y="6028293"/>
            <a:ext cx="2762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Independent validation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B23E7C-D857-0E24-DC68-DF26124B46DC}"/>
              </a:ext>
            </a:extLst>
          </p:cNvPr>
          <p:cNvSpPr txBox="1"/>
          <p:nvPr/>
        </p:nvSpPr>
        <p:spPr>
          <a:xfrm>
            <a:off x="3930651" y="6026149"/>
            <a:ext cx="228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 validity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2E57603-66DC-F603-5006-CA452E8D6326}"/>
              </a:ext>
            </a:extLst>
          </p:cNvPr>
          <p:cNvSpPr txBox="1"/>
          <p:nvPr/>
        </p:nvSpPr>
        <p:spPr>
          <a:xfrm>
            <a:off x="3378202" y="6398797"/>
            <a:ext cx="1098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 transfer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ABEDE6F-3399-F407-0424-FA3501CFC43E}"/>
              </a:ext>
            </a:extLst>
          </p:cNvPr>
          <p:cNvSpPr txBox="1"/>
          <p:nvPr/>
        </p:nvSpPr>
        <p:spPr>
          <a:xfrm>
            <a:off x="942974" y="8006717"/>
            <a:ext cx="161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Measure LC₅₀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BB4553C-D74E-B1F1-F794-E280797F3F57}"/>
              </a:ext>
            </a:extLst>
          </p:cNvPr>
          <p:cNvSpPr txBox="1"/>
          <p:nvPr/>
        </p:nvSpPr>
        <p:spPr>
          <a:xfrm>
            <a:off x="3984624" y="8064499"/>
            <a:ext cx="57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R²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86DCC1B-516B-023D-34A9-874FCC695121}"/>
              </a:ext>
            </a:extLst>
          </p:cNvPr>
          <p:cNvSpPr txBox="1"/>
          <p:nvPr/>
        </p:nvSpPr>
        <p:spPr>
          <a:xfrm>
            <a:off x="5329243" y="8070849"/>
            <a:ext cx="879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RMSE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8E50467-B8CD-E79A-CE6F-F377D5A98A99}"/>
              </a:ext>
            </a:extLst>
          </p:cNvPr>
          <p:cNvSpPr txBox="1"/>
          <p:nvPr/>
        </p:nvSpPr>
        <p:spPr>
          <a:xfrm>
            <a:off x="3695701" y="10274299"/>
            <a:ext cx="3235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0" dirty="0">
                <a:solidFill>
                  <a:srgbClr val="058ED3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Improved model performance</a:t>
            </a:r>
          </a:p>
        </p:txBody>
      </p:sp>
      <p:sp>
        <p:nvSpPr>
          <p:cNvPr id="52" name="d_effect_xt_2">
            <a:extLst>
              <a:ext uri="{FF2B5EF4-FFF2-40B4-BE49-F238E27FC236}">
                <a16:creationId xmlns:a16="http://schemas.microsoft.com/office/drawing/2014/main" id="{EE19E90B-706C-1FF5-CA9E-AD10BA3102EC}"/>
              </a:ext>
            </a:extLst>
          </p:cNvPr>
          <p:cNvSpPr>
            <a:spLocks noGrp="1"/>
          </p:cNvSpPr>
          <p:nvPr/>
        </p:nvSpPr>
        <p:spPr>
          <a:xfrm>
            <a:off x="11045825" y="8660342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d_effect_xt_3">
            <a:extLst>
              <a:ext uri="{FF2B5EF4-FFF2-40B4-BE49-F238E27FC236}">
                <a16:creationId xmlns:a16="http://schemas.microsoft.com/office/drawing/2014/main" id="{233112EE-35F5-EA9D-B447-6775DE86B20E}"/>
              </a:ext>
            </a:extLst>
          </p:cNvPr>
          <p:cNvSpPr>
            <a:spLocks noGrp="1"/>
          </p:cNvSpPr>
          <p:nvPr/>
        </p:nvSpPr>
        <p:spPr>
          <a:xfrm>
            <a:off x="11212512" y="8666692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4" name="d_effect_xt_4">
            <a:extLst>
              <a:ext uri="{FF2B5EF4-FFF2-40B4-BE49-F238E27FC236}">
                <a16:creationId xmlns:a16="http://schemas.microsoft.com/office/drawing/2014/main" id="{49BA47D2-B46E-9E95-A221-E447BF3E3250}"/>
              </a:ext>
            </a:extLst>
          </p:cNvPr>
          <p:cNvSpPr>
            <a:spLocks noGrp="1"/>
          </p:cNvSpPr>
          <p:nvPr/>
        </p:nvSpPr>
        <p:spPr>
          <a:xfrm>
            <a:off x="11385550" y="867197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5" name="d_effect_xt_5">
            <a:extLst>
              <a:ext uri="{FF2B5EF4-FFF2-40B4-BE49-F238E27FC236}">
                <a16:creationId xmlns:a16="http://schemas.microsoft.com/office/drawing/2014/main" id="{1C8DA978-228A-022F-2E81-118DFB0AAC68}"/>
              </a:ext>
            </a:extLst>
          </p:cNvPr>
          <p:cNvSpPr>
            <a:spLocks noGrp="1"/>
          </p:cNvSpPr>
          <p:nvPr/>
        </p:nvSpPr>
        <p:spPr>
          <a:xfrm>
            <a:off x="11547475" y="8659279"/>
            <a:ext cx="15240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563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75A9A8A-855C-B144-92B6-412F4728D9DD}"/>
              </a:ext>
            </a:extLst>
          </p:cNvPr>
          <p:cNvSpPr txBox="1"/>
          <p:nvPr/>
        </p:nvSpPr>
        <p:spPr>
          <a:xfrm>
            <a:off x="6667502" y="5929093"/>
            <a:ext cx="1866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Mixture toxicity</a:t>
            </a:r>
          </a:p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assessment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123DFF4-90DA-B0BE-F03B-BADA335EE8F0}"/>
              </a:ext>
            </a:extLst>
          </p:cNvPr>
          <p:cNvSpPr txBox="1"/>
          <p:nvPr/>
        </p:nvSpPr>
        <p:spPr>
          <a:xfrm>
            <a:off x="8585201" y="5929093"/>
            <a:ext cx="237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Confidence-aware</a:t>
            </a:r>
          </a:p>
          <a:p>
            <a:pPr algn="ctr">
              <a:defRPr sz="1275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DBPs screening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0BEC57E-0057-5FF3-0BE9-D2162EC79673}"/>
              </a:ext>
            </a:extLst>
          </p:cNvPr>
          <p:cNvSpPr txBox="1"/>
          <p:nvPr/>
        </p:nvSpPr>
        <p:spPr>
          <a:xfrm>
            <a:off x="10948987" y="5918199"/>
            <a:ext cx="1911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0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Effect-weighted</a:t>
            </a:r>
          </a:p>
          <a:p>
            <a:pPr algn="ctr">
              <a:defRPr sz="1200" b="1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prioritization</a:t>
            </a:r>
          </a:p>
        </p:txBody>
      </p:sp>
      <p:sp>
        <p:nvSpPr>
          <p:cNvPr id="97" name="c_r2_x_axis">
            <a:extLst>
              <a:ext uri="{FF2B5EF4-FFF2-40B4-BE49-F238E27FC236}">
                <a16:creationId xmlns:a16="http://schemas.microsoft.com/office/drawing/2014/main" id="{C971F596-E73C-486D-9E11-23ACC9974FF2}"/>
              </a:ext>
            </a:extLst>
          </p:cNvPr>
          <p:cNvSpPr>
            <a:spLocks noGrp="1"/>
          </p:cNvSpPr>
          <p:nvPr/>
        </p:nvSpPr>
        <p:spPr>
          <a:xfrm>
            <a:off x="3562350" y="9728199"/>
            <a:ext cx="1209675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98" name="c_rmse_x_axis">
            <a:extLst>
              <a:ext uri="{FF2B5EF4-FFF2-40B4-BE49-F238E27FC236}">
                <a16:creationId xmlns:a16="http://schemas.microsoft.com/office/drawing/2014/main" id="{F9E049AD-DE92-4028-B80B-495C9B841D6F}"/>
              </a:ext>
            </a:extLst>
          </p:cNvPr>
          <p:cNvSpPr>
            <a:spLocks noGrp="1"/>
          </p:cNvSpPr>
          <p:nvPr/>
        </p:nvSpPr>
        <p:spPr>
          <a:xfrm>
            <a:off x="5067300" y="9728199"/>
            <a:ext cx="1209675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99" name="d_concentration_x_axis">
            <a:extLst>
              <a:ext uri="{FF2B5EF4-FFF2-40B4-BE49-F238E27FC236}">
                <a16:creationId xmlns:a16="http://schemas.microsoft.com/office/drawing/2014/main" id="{46025537-DD42-4D40-B46F-FBC881091058}"/>
              </a:ext>
            </a:extLst>
          </p:cNvPr>
          <p:cNvSpPr>
            <a:spLocks noGrp="1"/>
          </p:cNvSpPr>
          <p:nvPr/>
        </p:nvSpPr>
        <p:spPr>
          <a:xfrm>
            <a:off x="6724650" y="9994899"/>
            <a:ext cx="647700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100" name="d_cytotoxicity_x_axis">
            <a:extLst>
              <a:ext uri="{FF2B5EF4-FFF2-40B4-BE49-F238E27FC236}">
                <a16:creationId xmlns:a16="http://schemas.microsoft.com/office/drawing/2014/main" id="{B26DB4DB-4B6E-4120-9E98-F2983ED768CF}"/>
              </a:ext>
            </a:extLst>
          </p:cNvPr>
          <p:cNvSpPr>
            <a:spLocks noGrp="1"/>
          </p:cNvSpPr>
          <p:nvPr/>
        </p:nvSpPr>
        <p:spPr>
          <a:xfrm>
            <a:off x="7896225" y="9994899"/>
            <a:ext cx="647700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101" name="d_rank_x_axis">
            <a:extLst>
              <a:ext uri="{FF2B5EF4-FFF2-40B4-BE49-F238E27FC236}">
                <a16:creationId xmlns:a16="http://schemas.microsoft.com/office/drawing/2014/main" id="{E1E32D57-D0A7-46C8-80DB-560E69EE3BED}"/>
              </a:ext>
            </a:extLst>
          </p:cNvPr>
          <p:cNvSpPr>
            <a:spLocks noGrp="1"/>
          </p:cNvSpPr>
          <p:nvPr/>
        </p:nvSpPr>
        <p:spPr>
          <a:xfrm>
            <a:off x="8982075" y="9994899"/>
            <a:ext cx="1323975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102" name="d_exposure_x_axis">
            <a:extLst>
              <a:ext uri="{FF2B5EF4-FFF2-40B4-BE49-F238E27FC236}">
                <a16:creationId xmlns:a16="http://schemas.microsoft.com/office/drawing/2014/main" id="{697AD955-83A3-497E-9899-AC956E33D9C1}"/>
              </a:ext>
            </a:extLst>
          </p:cNvPr>
          <p:cNvSpPr>
            <a:spLocks noGrp="1"/>
          </p:cNvSpPr>
          <p:nvPr/>
        </p:nvSpPr>
        <p:spPr>
          <a:xfrm>
            <a:off x="10982325" y="8646579"/>
            <a:ext cx="752475" cy="0"/>
          </a:xfrm>
          <a:prstGeom prst="line">
            <a:avLst/>
          </a:prstGeom>
          <a:noFill/>
          <a:ln w="11906">
            <a:solidFill>
              <a:srgbClr val="07133F"/>
            </a:solidFill>
            <a:prstDash val="solid"/>
          </a:ln>
        </p:spPr>
      </p:sp>
      <p:sp>
        <p:nvSpPr>
          <p:cNvPr id="46" name="c_r2_cat_0">
            <a:extLst>
              <a:ext uri="{FF2B5EF4-FFF2-40B4-BE49-F238E27FC236}">
                <a16:creationId xmlns:a16="http://schemas.microsoft.com/office/drawing/2014/main" id="{258A5666-F189-6DE5-B25A-A0733675F65A}"/>
              </a:ext>
            </a:extLst>
          </p:cNvPr>
          <p:cNvSpPr>
            <a:spLocks noGrp="1"/>
          </p:cNvSpPr>
          <p:nvPr/>
        </p:nvSpPr>
        <p:spPr>
          <a:xfrm rot="3000000">
            <a:off x="5080039" y="9827259"/>
            <a:ext cx="56726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</a:t>
            </a:r>
            <a:r>
              <a:rPr lang="en-US" sz="9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</a:t>
            </a:r>
            <a:endParaRPr sz="900" b="1" i="0" dirty="0">
              <a:solidFill>
                <a:srgbClr val="07133F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7" name="c_r2_cat_1">
            <a:extLst>
              <a:ext uri="{FF2B5EF4-FFF2-40B4-BE49-F238E27FC236}">
                <a16:creationId xmlns:a16="http://schemas.microsoft.com/office/drawing/2014/main" id="{4B56E09D-3F40-66E1-E2D1-DBFCC01A6B94}"/>
              </a:ext>
            </a:extLst>
          </p:cNvPr>
          <p:cNvSpPr>
            <a:spLocks noGrp="1"/>
          </p:cNvSpPr>
          <p:nvPr/>
        </p:nvSpPr>
        <p:spPr>
          <a:xfrm rot="3000000">
            <a:off x="5473740" y="9812019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Shuffled</a:t>
            </a:r>
          </a:p>
        </p:txBody>
      </p:sp>
      <p:sp>
        <p:nvSpPr>
          <p:cNvPr id="49" name="c_r2_cat_2">
            <a:extLst>
              <a:ext uri="{FF2B5EF4-FFF2-40B4-BE49-F238E27FC236}">
                <a16:creationId xmlns:a16="http://schemas.microsoft.com/office/drawing/2014/main" id="{D89051FB-5E11-98E0-62AB-A01F2F382BE2}"/>
              </a:ext>
            </a:extLst>
          </p:cNvPr>
          <p:cNvSpPr>
            <a:spLocks noGrp="1"/>
          </p:cNvSpPr>
          <p:nvPr/>
        </p:nvSpPr>
        <p:spPr>
          <a:xfrm rot="3000000">
            <a:off x="5834120" y="9855871"/>
            <a:ext cx="577478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638" b="0" i="0">
                <a:solidFill>
                  <a:srgbClr val="07133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07133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Transfer</a:t>
            </a:r>
          </a:p>
        </p:txBody>
      </p:sp>
    </p:spTree>
    <p:extLst>
      <p:ext uri="{BB962C8B-B14F-4D97-AF65-F5344CB8AC3E}">
        <p14:creationId xmlns:p14="http://schemas.microsoft.com/office/powerpoint/2010/main" val="2140763921"/>
      </p:ext>
    </p:extLst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233</Words>
  <Application>Microsoft Office PowerPoint</Application>
  <DocSecurity>0</DocSecurity>
  <PresentationFormat>自定义</PresentationFormat>
  <Paragraphs>168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Times New Roman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Oppenheimer</cp:lastModifiedBy>
  <cp:revision>16</cp:revision>
  <dcterms:created xsi:type="dcterms:W3CDTF">2026-09-18T02:10:15Z</dcterms:created>
  <dcterms:modified xsi:type="dcterms:W3CDTF">2026-10-08T13:09:50Z</dcterms:modified>
</cp:coreProperties>
</file>